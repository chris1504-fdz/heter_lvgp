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0" r:id="rId3"/>
  </p:sldMasterIdLst>
  <p:notesMasterIdLst>
    <p:notesMasterId r:id="rId23"/>
  </p:notesMasterIdLst>
  <p:sldIdLst>
    <p:sldId id="478" r:id="rId4"/>
    <p:sldId id="1343" r:id="rId5"/>
    <p:sldId id="467" r:id="rId6"/>
    <p:sldId id="468" r:id="rId7"/>
    <p:sldId id="471" r:id="rId8"/>
    <p:sldId id="472" r:id="rId9"/>
    <p:sldId id="473" r:id="rId10"/>
    <p:sldId id="475" r:id="rId11"/>
    <p:sldId id="1346" r:id="rId12"/>
    <p:sldId id="1347" r:id="rId13"/>
    <p:sldId id="1348" r:id="rId14"/>
    <p:sldId id="1352" r:id="rId15"/>
    <p:sldId id="1350" r:id="rId16"/>
    <p:sldId id="1351" r:id="rId17"/>
    <p:sldId id="476" r:id="rId18"/>
    <p:sldId id="479" r:id="rId19"/>
    <p:sldId id="480" r:id="rId20"/>
    <p:sldId id="481" r:id="rId21"/>
    <p:sldId id="4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C8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FA0E0-6550-4662-8FF9-F83194E3217C}" v="108" dt="2026-06-26T20:53:55.418"/>
    <p1510:client id="{69D093F8-11BB-453A-BF02-28026064AFAC}" v="756" dt="2026-06-26T21:40:47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Fernandez" userId="f77f98e4-6ef5-4ad5-8449-5d29c8b65ab1" providerId="ADAL" clId="{7D51CD46-4B6D-43BD-8BA7-82B577AEB58B}"/>
    <pc:docChg chg="custSel modSld">
      <pc:chgData name="Christian Fernandez" userId="f77f98e4-6ef5-4ad5-8449-5d29c8b65ab1" providerId="ADAL" clId="{7D51CD46-4B6D-43BD-8BA7-82B577AEB58B}" dt="2026-06-26T21:40:47.770" v="755" actId="20577"/>
      <pc:docMkLst>
        <pc:docMk/>
      </pc:docMkLst>
      <pc:sldChg chg="addSp modSp mod 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1863921376" sldId="467"/>
        </pc:sldMkLst>
        <pc:spChg chg="add mod">
          <ac:chgData name="Christian Fernandez" userId="f77f98e4-6ef5-4ad5-8449-5d29c8b65ab1" providerId="ADAL" clId="{7D51CD46-4B6D-43BD-8BA7-82B577AEB58B}" dt="2026-06-26T21:01:20.860" v="36" actId="207"/>
          <ac:spMkLst>
            <pc:docMk/>
            <pc:sldMk cId="1863921376" sldId="467"/>
            <ac:spMk id="2" creationId="{879FF7AA-0045-36F9-E4D3-3AA9DE1145D8}"/>
          </ac:spMkLst>
        </pc:spChg>
        <pc:picChg chg="mod ord">
          <ac:chgData name="Christian Fernandez" userId="f77f98e4-6ef5-4ad5-8449-5d29c8b65ab1" providerId="ADAL" clId="{7D51CD46-4B6D-43BD-8BA7-82B577AEB58B}" dt="2026-06-26T21:01:31.964" v="38" actId="1076"/>
          <ac:picMkLst>
            <pc:docMk/>
            <pc:sldMk cId="1863921376" sldId="467"/>
            <ac:picMk id="7" creationId="{64C8D30B-42EA-F3FD-B80C-C1BB8BCDA998}"/>
          </ac:picMkLst>
        </pc:picChg>
      </pc:sldChg>
      <pc:sldChg chg="modTransition modNotesTx">
        <pc:chgData name="Christian Fernandez" userId="f77f98e4-6ef5-4ad5-8449-5d29c8b65ab1" providerId="ADAL" clId="{7D51CD46-4B6D-43BD-8BA7-82B577AEB58B}" dt="2026-06-26T21:20:36.888" v="374" actId="20577"/>
        <pc:sldMkLst>
          <pc:docMk/>
          <pc:sldMk cId="168922188" sldId="468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3365892209" sldId="471"/>
        </pc:sldMkLst>
      </pc:sldChg>
      <pc:sldChg chg="modTransition modAnim modNotesTx">
        <pc:chgData name="Christian Fernandez" userId="f77f98e4-6ef5-4ad5-8449-5d29c8b65ab1" providerId="ADAL" clId="{7D51CD46-4B6D-43BD-8BA7-82B577AEB58B}" dt="2026-06-26T21:24:51.108" v="461" actId="20577"/>
        <pc:sldMkLst>
          <pc:docMk/>
          <pc:sldMk cId="2444092890" sldId="472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1242978402" sldId="473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777381684" sldId="475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3219295648" sldId="476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783728196" sldId="478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1929728965" sldId="479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3388608440" sldId="480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2666478763" sldId="481"/>
        </pc:sldMkLst>
      </pc:sldChg>
      <pc:sldChg chg="modTransition modNotesTx">
        <pc:chgData name="Christian Fernandez" userId="f77f98e4-6ef5-4ad5-8449-5d29c8b65ab1" providerId="ADAL" clId="{7D51CD46-4B6D-43BD-8BA7-82B577AEB58B}" dt="2026-06-26T21:40:47.770" v="755" actId="20577"/>
        <pc:sldMkLst>
          <pc:docMk/>
          <pc:sldMk cId="504996835" sldId="482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2544424191" sldId="1343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432641174" sldId="1346"/>
        </pc:sldMkLst>
      </pc:sldChg>
      <pc:sldChg chg="modSp mod 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1608128189" sldId="1347"/>
        </pc:sldMkLst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2" creationId="{3290B0C2-072C-BDFF-FCDB-504A8F08134C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4" creationId="{76C270E0-B1BA-B981-06CD-A102B7839E66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13" creationId="{9635A792-4B80-5D63-F381-25A63237FE79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23" creationId="{8EC34FF4-3F9E-9C8D-58E9-C5A2FD7951A4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29" creationId="{5417E4BA-572A-BEC7-02BA-068667994991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33" creationId="{AD6C611E-383E-E5E6-A8F8-53AC9AA1E592}"/>
          </ac:spMkLst>
        </pc:spChg>
        <pc:spChg chg="mod">
          <ac:chgData name="Christian Fernandez" userId="f77f98e4-6ef5-4ad5-8449-5d29c8b65ab1" providerId="ADAL" clId="{7D51CD46-4B6D-43BD-8BA7-82B577AEB58B}" dt="2026-06-26T20:59:42.692" v="7" actId="20577"/>
          <ac:spMkLst>
            <pc:docMk/>
            <pc:sldMk cId="1608128189" sldId="1347"/>
            <ac:spMk id="35" creationId="{F13F8AF6-1255-A404-412E-6A5773B65C88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37" creationId="{1F179F6C-AB3E-ECCB-6B84-0AC985EA22AE}"/>
          </ac:spMkLst>
        </pc:spChg>
        <pc:spChg chg="mod">
          <ac:chgData name="Christian Fernandez" userId="f77f98e4-6ef5-4ad5-8449-5d29c8b65ab1" providerId="ADAL" clId="{7D51CD46-4B6D-43BD-8BA7-82B577AEB58B}" dt="2026-06-26T20:59:52.623" v="14" actId="20577"/>
          <ac:spMkLst>
            <pc:docMk/>
            <pc:sldMk cId="1608128189" sldId="1347"/>
            <ac:spMk id="43" creationId="{8AF45D8A-4D40-ED6F-1546-4F3E2CE072CF}"/>
          </ac:spMkLst>
        </pc:spChg>
        <pc:spChg chg="mod">
          <ac:chgData name="Christian Fernandez" userId="f77f98e4-6ef5-4ad5-8449-5d29c8b65ab1" providerId="ADAL" clId="{7D51CD46-4B6D-43BD-8BA7-82B577AEB58B}" dt="2026-06-26T20:59:33.889" v="0" actId="2711"/>
          <ac:spMkLst>
            <pc:docMk/>
            <pc:sldMk cId="1608128189" sldId="1347"/>
            <ac:spMk id="44" creationId="{EBCBCBB3-592C-5393-D694-6BC5A08D2195}"/>
          </ac:spMkLst>
        </pc:spChg>
      </pc:sldChg>
      <pc:sldChg chg="modSp mod 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922398693" sldId="1348"/>
        </pc:sldMkLst>
        <pc:spChg chg="mod">
          <ac:chgData name="Christian Fernandez" userId="f77f98e4-6ef5-4ad5-8449-5d29c8b65ab1" providerId="ADAL" clId="{7D51CD46-4B6D-43BD-8BA7-82B577AEB58B}" dt="2026-06-26T21:00:32.565" v="30" actId="20577"/>
          <ac:spMkLst>
            <pc:docMk/>
            <pc:sldMk cId="922398693" sldId="1348"/>
            <ac:spMk id="34" creationId="{1BEB1ED5-C9BC-A706-99BA-5890B8793779}"/>
          </ac:spMkLst>
        </pc:spChg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3236081704" sldId="1350"/>
        </pc:sldMkLst>
      </pc:sldChg>
      <pc:sldChg chg="modTransition modNotesTx">
        <pc:chgData name="Christian Fernandez" userId="f77f98e4-6ef5-4ad5-8449-5d29c8b65ab1" providerId="ADAL" clId="{7D51CD46-4B6D-43BD-8BA7-82B577AEB58B}" dt="2026-06-26T21:35:36.890" v="562" actId="20577"/>
        <pc:sldMkLst>
          <pc:docMk/>
          <pc:sldMk cId="1709527652" sldId="1351"/>
        </pc:sldMkLst>
      </pc:sldChg>
      <pc:sldChg chg="modTransition">
        <pc:chgData name="Christian Fernandez" userId="f77f98e4-6ef5-4ad5-8449-5d29c8b65ab1" providerId="ADAL" clId="{7D51CD46-4B6D-43BD-8BA7-82B577AEB58B}" dt="2026-06-26T21:03:41.288" v="44"/>
        <pc:sldMkLst>
          <pc:docMk/>
          <pc:sldMk cId="2729020541" sldId="1352"/>
        </pc:sldMkLst>
      </pc:sldChg>
    </pc:docChg>
  </pc:docChgLst>
  <pc:docChgLst>
    <pc:chgData name="Christian Fernandez" userId="f77f98e4-6ef5-4ad5-8449-5d29c8b65ab1" providerId="ADAL" clId="{DC11E96D-8A5C-4E7D-9057-11946AEC567A}"/>
    <pc:docChg chg="undo custSel addSld delSld modSld sldOrd delMainMaster">
      <pc:chgData name="Christian Fernandez" userId="f77f98e4-6ef5-4ad5-8449-5d29c8b65ab1" providerId="ADAL" clId="{DC11E96D-8A5C-4E7D-9057-11946AEC567A}" dt="2026-06-26T20:56:12.150" v="1399" actId="1076"/>
      <pc:docMkLst>
        <pc:docMk/>
      </pc:docMkLst>
      <pc:sldChg chg="del">
        <pc:chgData name="Christian Fernandez" userId="f77f98e4-6ef5-4ad5-8449-5d29c8b65ab1" providerId="ADAL" clId="{DC11E96D-8A5C-4E7D-9057-11946AEC567A}" dt="2026-06-26T18:55:45.661" v="0" actId="47"/>
        <pc:sldMkLst>
          <pc:docMk/>
          <pc:sldMk cId="4771445" sldId="442"/>
        </pc:sldMkLst>
      </pc:sldChg>
      <pc:sldChg chg="add del ord">
        <pc:chgData name="Christian Fernandez" userId="f77f98e4-6ef5-4ad5-8449-5d29c8b65ab1" providerId="ADAL" clId="{DC11E96D-8A5C-4E7D-9057-11946AEC567A}" dt="2026-06-26T20:21:32.888" v="516" actId="47"/>
        <pc:sldMkLst>
          <pc:docMk/>
          <pc:sldMk cId="3030563833" sldId="466"/>
        </pc:sldMkLst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1863921376" sldId="467"/>
        </pc:sldMkLst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168922188" sldId="468"/>
        </pc:sldMkLst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3365892209" sldId="471"/>
        </pc:sldMkLst>
      </pc:sldChg>
      <pc:sldChg chg="addSp delSp modSp add del mod">
        <pc:chgData name="Christian Fernandez" userId="f77f98e4-6ef5-4ad5-8449-5d29c8b65ab1" providerId="ADAL" clId="{DC11E96D-8A5C-4E7D-9057-11946AEC567A}" dt="2026-06-26T20:27:19.218" v="639" actId="1076"/>
        <pc:sldMkLst>
          <pc:docMk/>
          <pc:sldMk cId="2444092890" sldId="472"/>
        </pc:sldMkLst>
        <pc:spChg chg="mod">
          <ac:chgData name="Christian Fernandez" userId="f77f98e4-6ef5-4ad5-8449-5d29c8b65ab1" providerId="ADAL" clId="{DC11E96D-8A5C-4E7D-9057-11946AEC567A}" dt="2026-06-26T20:27:19.218" v="639" actId="1076"/>
          <ac:spMkLst>
            <pc:docMk/>
            <pc:sldMk cId="2444092890" sldId="472"/>
            <ac:spMk id="10" creationId="{691FAC33-BCFD-71BA-D727-D46A660CC9C6}"/>
          </ac:spMkLst>
        </pc:spChg>
        <pc:spChg chg="add mod">
          <ac:chgData name="Christian Fernandez" userId="f77f98e4-6ef5-4ad5-8449-5d29c8b65ab1" providerId="ADAL" clId="{DC11E96D-8A5C-4E7D-9057-11946AEC567A}" dt="2026-06-26T20:26:36.496" v="631" actId="207"/>
          <ac:spMkLst>
            <pc:docMk/>
            <pc:sldMk cId="2444092890" sldId="472"/>
            <ac:spMk id="12" creationId="{A34FBA3A-1436-B61D-A723-1AE11A1DA2E8}"/>
          </ac:spMkLst>
        </pc:spChg>
        <pc:spChg chg="add del mod">
          <ac:chgData name="Christian Fernandez" userId="f77f98e4-6ef5-4ad5-8449-5d29c8b65ab1" providerId="ADAL" clId="{DC11E96D-8A5C-4E7D-9057-11946AEC567A}" dt="2026-06-26T20:26:18.783" v="613" actId="478"/>
          <ac:spMkLst>
            <pc:docMk/>
            <pc:sldMk cId="2444092890" sldId="472"/>
            <ac:spMk id="14" creationId="{F0B925DD-0212-5042-AF3B-518B03F17BF1}"/>
          </ac:spMkLst>
        </pc:spChg>
        <pc:picChg chg="del">
          <ac:chgData name="Christian Fernandez" userId="f77f98e4-6ef5-4ad5-8449-5d29c8b65ab1" providerId="ADAL" clId="{DC11E96D-8A5C-4E7D-9057-11946AEC567A}" dt="2026-06-26T19:09:52.656" v="169" actId="478"/>
          <ac:picMkLst>
            <pc:docMk/>
            <pc:sldMk cId="2444092890" sldId="472"/>
            <ac:picMk id="6" creationId="{7B2C3907-2E72-33C3-D76A-9DED0F8C93ED}"/>
          </ac:picMkLst>
        </pc:picChg>
        <pc:picChg chg="add mod">
          <ac:chgData name="Christian Fernandez" userId="f77f98e4-6ef5-4ad5-8449-5d29c8b65ab1" providerId="ADAL" clId="{DC11E96D-8A5C-4E7D-9057-11946AEC567A}" dt="2026-06-26T20:25:13.797" v="582" actId="1076"/>
          <ac:picMkLst>
            <pc:docMk/>
            <pc:sldMk cId="2444092890" sldId="472"/>
            <ac:picMk id="7" creationId="{375B62C2-F676-B1BA-4841-2C80742EB82C}"/>
          </ac:picMkLst>
        </pc:picChg>
        <pc:picChg chg="mod">
          <ac:chgData name="Christian Fernandez" userId="f77f98e4-6ef5-4ad5-8449-5d29c8b65ab1" providerId="ADAL" clId="{DC11E96D-8A5C-4E7D-9057-11946AEC567A}" dt="2026-06-26T20:25:13.797" v="582" actId="1076"/>
          <ac:picMkLst>
            <pc:docMk/>
            <pc:sldMk cId="2444092890" sldId="472"/>
            <ac:picMk id="9" creationId="{D29C7059-1B7D-87DD-FFBF-241E483D7903}"/>
          </ac:picMkLst>
        </pc:picChg>
        <pc:cxnChg chg="add del mod">
          <ac:chgData name="Christian Fernandez" userId="f77f98e4-6ef5-4ad5-8449-5d29c8b65ab1" providerId="ADAL" clId="{DC11E96D-8A5C-4E7D-9057-11946AEC567A}" dt="2026-06-26T20:26:17.919" v="612" actId="478"/>
          <ac:cxnSpMkLst>
            <pc:docMk/>
            <pc:sldMk cId="2444092890" sldId="472"/>
            <ac:cxnSpMk id="11" creationId="{503F60F4-1423-C0C2-A7CF-DDC57B758C0C}"/>
          </ac:cxnSpMkLst>
        </pc:cxnChg>
        <pc:cxnChg chg="add mod">
          <ac:chgData name="Christian Fernandez" userId="f77f98e4-6ef5-4ad5-8449-5d29c8b65ab1" providerId="ADAL" clId="{DC11E96D-8A5C-4E7D-9057-11946AEC567A}" dt="2026-06-26T20:26:48.061" v="634" actId="208"/>
          <ac:cxnSpMkLst>
            <pc:docMk/>
            <pc:sldMk cId="2444092890" sldId="472"/>
            <ac:cxnSpMk id="16" creationId="{2F56FF0E-31B6-0A0D-9920-DF20CF0B0F52}"/>
          </ac:cxnSpMkLst>
        </pc:cxnChg>
        <pc:cxnChg chg="add mod">
          <ac:chgData name="Christian Fernandez" userId="f77f98e4-6ef5-4ad5-8449-5d29c8b65ab1" providerId="ADAL" clId="{DC11E96D-8A5C-4E7D-9057-11946AEC567A}" dt="2026-06-26T20:26:56.680" v="637" actId="1076"/>
          <ac:cxnSpMkLst>
            <pc:docMk/>
            <pc:sldMk cId="2444092890" sldId="472"/>
            <ac:cxnSpMk id="17" creationId="{55195B03-A79C-3359-03F2-FDB334D02A39}"/>
          </ac:cxnSpMkLst>
        </pc:cxnChg>
      </pc:sldChg>
      <pc:sldChg chg="modSp add del mod">
        <pc:chgData name="Christian Fernandez" userId="f77f98e4-6ef5-4ad5-8449-5d29c8b65ab1" providerId="ADAL" clId="{DC11E96D-8A5C-4E7D-9057-11946AEC567A}" dt="2026-06-26T20:30:30.977" v="791" actId="1076"/>
        <pc:sldMkLst>
          <pc:docMk/>
          <pc:sldMk cId="1242978402" sldId="473"/>
        </pc:sldMkLst>
        <pc:spChg chg="mod">
          <ac:chgData name="Christian Fernandez" userId="f77f98e4-6ef5-4ad5-8449-5d29c8b65ab1" providerId="ADAL" clId="{DC11E96D-8A5C-4E7D-9057-11946AEC567A}" dt="2026-06-26T20:30:30.977" v="791" actId="1076"/>
          <ac:spMkLst>
            <pc:docMk/>
            <pc:sldMk cId="1242978402" sldId="473"/>
            <ac:spMk id="7" creationId="{99B9C5FA-8913-1BDD-EABB-06BE6327FDDA}"/>
          </ac:spMkLst>
        </pc:spChg>
        <pc:spChg chg="mod">
          <ac:chgData name="Christian Fernandez" userId="f77f98e4-6ef5-4ad5-8449-5d29c8b65ab1" providerId="ADAL" clId="{DC11E96D-8A5C-4E7D-9057-11946AEC567A}" dt="2026-06-26T20:30:30.977" v="791" actId="1076"/>
          <ac:spMkLst>
            <pc:docMk/>
            <pc:sldMk cId="1242978402" sldId="473"/>
            <ac:spMk id="8" creationId="{E0FE9E89-0CF4-E9D8-685E-46B74257B8CA}"/>
          </ac:spMkLst>
        </pc:spChg>
      </pc:sldChg>
      <pc:sldChg chg="modSp add del mod">
        <pc:chgData name="Christian Fernandez" userId="f77f98e4-6ef5-4ad5-8449-5d29c8b65ab1" providerId="ADAL" clId="{DC11E96D-8A5C-4E7D-9057-11946AEC567A}" dt="2026-06-26T20:21:35.009" v="517" actId="47"/>
        <pc:sldMkLst>
          <pc:docMk/>
          <pc:sldMk cId="767358102" sldId="474"/>
        </pc:sldMkLst>
        <pc:picChg chg="mod modCrop">
          <ac:chgData name="Christian Fernandez" userId="f77f98e4-6ef5-4ad5-8449-5d29c8b65ab1" providerId="ADAL" clId="{DC11E96D-8A5C-4E7D-9057-11946AEC567A}" dt="2026-06-26T20:21:01.588" v="511" actId="1076"/>
          <ac:picMkLst>
            <pc:docMk/>
            <pc:sldMk cId="767358102" sldId="474"/>
            <ac:picMk id="5" creationId="{23193E99-18B1-ABC8-3BC1-D11BDB4C480E}"/>
          </ac:picMkLst>
        </pc:picChg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777381684" sldId="475"/>
        </pc:sldMkLst>
      </pc:sldChg>
      <pc:sldChg chg="modSp add del mod">
        <pc:chgData name="Christian Fernandez" userId="f77f98e4-6ef5-4ad5-8449-5d29c8b65ab1" providerId="ADAL" clId="{DC11E96D-8A5C-4E7D-9057-11946AEC567A}" dt="2026-06-26T20:22:19.391" v="581" actId="20577"/>
        <pc:sldMkLst>
          <pc:docMk/>
          <pc:sldMk cId="3219295648" sldId="476"/>
        </pc:sldMkLst>
        <pc:spChg chg="mod">
          <ac:chgData name="Christian Fernandez" userId="f77f98e4-6ef5-4ad5-8449-5d29c8b65ab1" providerId="ADAL" clId="{DC11E96D-8A5C-4E7D-9057-11946AEC567A}" dt="2026-06-26T20:22:19.391" v="581" actId="20577"/>
          <ac:spMkLst>
            <pc:docMk/>
            <pc:sldMk cId="3219295648" sldId="476"/>
            <ac:spMk id="2" creationId="{F750514B-B569-C43B-F975-3541BE8CE97A}"/>
          </ac:spMkLst>
        </pc:spChg>
      </pc:sldChg>
      <pc:sldChg chg="add del">
        <pc:chgData name="Christian Fernandez" userId="f77f98e4-6ef5-4ad5-8449-5d29c8b65ab1" providerId="ADAL" clId="{DC11E96D-8A5C-4E7D-9057-11946AEC567A}" dt="2026-06-26T20:21:38.285" v="519" actId="47"/>
        <pc:sldMkLst>
          <pc:docMk/>
          <pc:sldMk cId="2534632479" sldId="477"/>
        </pc:sldMkLst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783728196" sldId="478"/>
        </pc:sldMkLst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1929728965" sldId="479"/>
        </pc:sldMkLst>
      </pc:sldChg>
      <pc:sldChg chg="modSp add del mod">
        <pc:chgData name="Christian Fernandez" userId="f77f98e4-6ef5-4ad5-8449-5d29c8b65ab1" providerId="ADAL" clId="{DC11E96D-8A5C-4E7D-9057-11946AEC567A}" dt="2026-06-26T20:20:34.911" v="507" actId="207"/>
        <pc:sldMkLst>
          <pc:docMk/>
          <pc:sldMk cId="3388608440" sldId="480"/>
        </pc:sldMkLst>
        <pc:graphicFrameChg chg="mod modGraphic">
          <ac:chgData name="Christian Fernandez" userId="f77f98e4-6ef5-4ad5-8449-5d29c8b65ab1" providerId="ADAL" clId="{DC11E96D-8A5C-4E7D-9057-11946AEC567A}" dt="2026-06-26T20:20:34.911" v="507" actId="207"/>
          <ac:graphicFrameMkLst>
            <pc:docMk/>
            <pc:sldMk cId="3388608440" sldId="480"/>
            <ac:graphicFrameMk id="11" creationId="{1BE33808-2AB8-9479-344C-98E8D7A44F78}"/>
          </ac:graphicFrameMkLst>
        </pc:graphicFrameChg>
      </pc:sldChg>
      <pc:sldChg chg="add del">
        <pc:chgData name="Christian Fernandez" userId="f77f98e4-6ef5-4ad5-8449-5d29c8b65ab1" providerId="ADAL" clId="{DC11E96D-8A5C-4E7D-9057-11946AEC567A}" dt="2026-06-26T18:55:50.256" v="3"/>
        <pc:sldMkLst>
          <pc:docMk/>
          <pc:sldMk cId="2666478763" sldId="481"/>
        </pc:sldMkLst>
      </pc:sldChg>
      <pc:sldChg chg="modSp add del mod">
        <pc:chgData name="Christian Fernandez" userId="f77f98e4-6ef5-4ad5-8449-5d29c8b65ab1" providerId="ADAL" clId="{DC11E96D-8A5C-4E7D-9057-11946AEC567A}" dt="2026-06-26T20:20:48.812" v="509" actId="20577"/>
        <pc:sldMkLst>
          <pc:docMk/>
          <pc:sldMk cId="504996835" sldId="482"/>
        </pc:sldMkLst>
        <pc:graphicFrameChg chg="mod modGraphic">
          <ac:chgData name="Christian Fernandez" userId="f77f98e4-6ef5-4ad5-8449-5d29c8b65ab1" providerId="ADAL" clId="{DC11E96D-8A5C-4E7D-9057-11946AEC567A}" dt="2026-06-26T20:20:48.812" v="509" actId="20577"/>
          <ac:graphicFrameMkLst>
            <pc:docMk/>
            <pc:sldMk cId="504996835" sldId="482"/>
            <ac:graphicFrameMk id="8" creationId="{2EE9A714-202D-44FC-B536-0C1581B1E62E}"/>
          </ac:graphicFrameMkLst>
        </pc:graphicFrameChg>
      </pc:sldChg>
      <pc:sldChg chg="addSp delSp modSp add del mod">
        <pc:chgData name="Christian Fernandez" userId="f77f98e4-6ef5-4ad5-8449-5d29c8b65ab1" providerId="ADAL" clId="{DC11E96D-8A5C-4E7D-9057-11946AEC567A}" dt="2026-06-26T19:01:18.725" v="51" actId="47"/>
        <pc:sldMkLst>
          <pc:docMk/>
          <pc:sldMk cId="465236744" sldId="483"/>
        </pc:sldMkLst>
        <pc:spChg chg="mod">
          <ac:chgData name="Christian Fernandez" userId="f77f98e4-6ef5-4ad5-8449-5d29c8b65ab1" providerId="ADAL" clId="{DC11E96D-8A5C-4E7D-9057-11946AEC567A}" dt="2026-06-26T18:56:18.084" v="7" actId="2711"/>
          <ac:spMkLst>
            <pc:docMk/>
            <pc:sldMk cId="465236744" sldId="483"/>
            <ac:spMk id="2" creationId="{D21BC44A-C5FE-FB28-7BE8-2B6D10CAC3A8}"/>
          </ac:spMkLst>
        </pc:spChg>
        <pc:spChg chg="add del mod">
          <ac:chgData name="Christian Fernandez" userId="f77f98e4-6ef5-4ad5-8449-5d29c8b65ab1" providerId="ADAL" clId="{DC11E96D-8A5C-4E7D-9057-11946AEC567A}" dt="2026-06-26T18:56:47.976" v="22" actId="478"/>
          <ac:spMkLst>
            <pc:docMk/>
            <pc:sldMk cId="465236744" sldId="483"/>
            <ac:spMk id="5" creationId="{64937DFA-C895-9C8D-45D7-BDE094F8B608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7" creationId="{F41A19BE-783D-0BF9-1984-C8A3FD51D594}"/>
          </ac:spMkLst>
        </pc:spChg>
        <pc:spChg chg="mod">
          <ac:chgData name="Christian Fernandez" userId="f77f98e4-6ef5-4ad5-8449-5d29c8b65ab1" providerId="ADAL" clId="{DC11E96D-8A5C-4E7D-9057-11946AEC567A}" dt="2026-06-26T18:56:40.068" v="20" actId="20577"/>
          <ac:spMkLst>
            <pc:docMk/>
            <pc:sldMk cId="465236744" sldId="483"/>
            <ac:spMk id="9" creationId="{FCFD3F5C-5611-E643-0612-811E135594CB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11" creationId="{B4D6FC82-45D0-7207-E9E0-77044A1D72F1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13" creationId="{2C04D7EC-F4B4-AB78-3D19-2B5F665A26B1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15" creationId="{55F3F3DF-F5EB-0CEA-68F5-5E60439AD147}"/>
          </ac:spMkLst>
        </pc:spChg>
        <pc:spChg chg="mod">
          <ac:chgData name="Christian Fernandez" userId="f77f98e4-6ef5-4ad5-8449-5d29c8b65ab1" providerId="ADAL" clId="{DC11E96D-8A5C-4E7D-9057-11946AEC567A}" dt="2026-06-26T18:57:19.577" v="37" actId="20577"/>
          <ac:spMkLst>
            <pc:docMk/>
            <pc:sldMk cId="465236744" sldId="483"/>
            <ac:spMk id="19" creationId="{5672BDD6-AC76-4FC3-FAA6-021737CB4E4D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21" creationId="{21D3A5F6-1BB5-C553-EA0A-C1D4542F1772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25" creationId="{2D110B9B-3EA7-9B0B-7CDC-EF8799BD9357}"/>
          </ac:spMkLst>
        </pc:spChg>
        <pc:spChg chg="mod">
          <ac:chgData name="Christian Fernandez" userId="f77f98e4-6ef5-4ad5-8449-5d29c8b65ab1" providerId="ADAL" clId="{DC11E96D-8A5C-4E7D-9057-11946AEC567A}" dt="2026-06-26T18:57:27.378" v="38" actId="20577"/>
          <ac:spMkLst>
            <pc:docMk/>
            <pc:sldMk cId="465236744" sldId="483"/>
            <ac:spMk id="27" creationId="{F2305ED3-0F68-0EA6-1E24-9AB469BD2EE0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29" creationId="{28773229-507D-F196-B3B2-89835F8D0E5A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31" creationId="{4A0CD617-27FB-97A4-38F7-62D2C61C118E}"/>
          </ac:spMkLst>
        </pc:spChg>
        <pc:spChg chg="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33" creationId="{6AB6FA05-E459-D374-DC62-DAC5B52DAAAD}"/>
          </ac:spMkLst>
        </pc:spChg>
        <pc:spChg chg="add del mod">
          <ac:chgData name="Christian Fernandez" userId="f77f98e4-6ef5-4ad5-8449-5d29c8b65ab1" providerId="ADAL" clId="{DC11E96D-8A5C-4E7D-9057-11946AEC567A}" dt="2026-06-26T19:01:17.149" v="50" actId="21"/>
          <ac:spMkLst>
            <pc:docMk/>
            <pc:sldMk cId="465236744" sldId="483"/>
            <ac:spMk id="35" creationId="{EDE39477-816C-68F8-6A88-8AB3EE203EDC}"/>
          </ac:spMkLst>
        </pc:spChg>
      </pc:sldChg>
      <pc:sldChg chg="addSp delSp modSp add del mod modTransition">
        <pc:chgData name="Christian Fernandez" userId="f77f98e4-6ef5-4ad5-8449-5d29c8b65ab1" providerId="ADAL" clId="{DC11E96D-8A5C-4E7D-9057-11946AEC567A}" dt="2026-06-26T19:02:18.600" v="131"/>
        <pc:sldMkLst>
          <pc:docMk/>
          <pc:sldMk cId="2544424191" sldId="1343"/>
        </pc:sldMkLst>
        <pc:spChg chg="add del mod">
          <ac:chgData name="Christian Fernandez" userId="f77f98e4-6ef5-4ad5-8449-5d29c8b65ab1" providerId="ADAL" clId="{DC11E96D-8A5C-4E7D-9057-11946AEC567A}" dt="2026-06-26T19:01:06.403" v="48" actId="21"/>
          <ac:spMkLst>
            <pc:docMk/>
            <pc:sldMk cId="2544424191" sldId="1343"/>
            <ac:spMk id="3" creationId="{49FA9190-0A5C-AB00-5E2D-8F21F0210BB3}"/>
          </ac:spMkLst>
        </pc:spChg>
        <pc:spChg chg="add mod">
          <ac:chgData name="Christian Fernandez" userId="f77f98e4-6ef5-4ad5-8449-5d29c8b65ab1" providerId="ADAL" clId="{DC11E96D-8A5C-4E7D-9057-11946AEC567A}" dt="2026-06-26T19:01:05.440" v="47" actId="21"/>
          <ac:spMkLst>
            <pc:docMk/>
            <pc:sldMk cId="2544424191" sldId="1343"/>
            <ac:spMk id="9" creationId="{50CA3E2E-1F86-7043-F3EB-FB25B0C92330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13" creationId="{F6B1506F-8AF9-CB14-B9CF-9B999BB7F400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16" creationId="{DE7E5012-4B87-AFD0-2B96-2FAC2B8AF58F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23" creationId="{3BDB876D-7C84-15B6-58BD-8105FB0C9729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25" creationId="{6CC31551-2F6B-4B0E-573F-A5A0FE7DBA64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27" creationId="{CC59C9C5-2EF4-58AE-BB4D-F7E57FA0CB21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31" creationId="{0B1402EA-40C9-8B4F-9C9E-24EA1CDA8CA9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33" creationId="{1CAB5701-E608-CB6D-180E-93310EB332E6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35" creationId="{16BF9CEB-6E51-3A7A-5515-690FE68B5123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41" creationId="{47038F2C-9647-99BE-F809-DBE746F898DA}"/>
          </ac:spMkLst>
        </pc:spChg>
        <pc:spChg chg="add mod">
          <ac:chgData name="Christian Fernandez" userId="f77f98e4-6ef5-4ad5-8449-5d29c8b65ab1" providerId="ADAL" clId="{DC11E96D-8A5C-4E7D-9057-11946AEC567A}" dt="2026-06-26T19:02:02.918" v="58" actId="1076"/>
          <ac:spMkLst>
            <pc:docMk/>
            <pc:sldMk cId="2544424191" sldId="1343"/>
            <ac:spMk id="43" creationId="{1B9F70C4-02D4-6B6A-EF23-A5F90797EA91}"/>
          </ac:spMkLst>
        </pc:spChg>
      </pc:sldChg>
      <pc:sldChg chg="addSp delSp modSp add del mod modTransition">
        <pc:chgData name="Christian Fernandez" userId="f77f98e4-6ef5-4ad5-8449-5d29c8b65ab1" providerId="ADAL" clId="{DC11E96D-8A5C-4E7D-9057-11946AEC567A}" dt="2026-06-26T19:42:06.899" v="263" actId="47"/>
        <pc:sldMkLst>
          <pc:docMk/>
          <pc:sldMk cId="1711769045" sldId="1344"/>
        </pc:sldMkLst>
        <pc:spChg chg="del">
          <ac:chgData name="Christian Fernandez" userId="f77f98e4-6ef5-4ad5-8449-5d29c8b65ab1" providerId="ADAL" clId="{DC11E96D-8A5C-4E7D-9057-11946AEC567A}" dt="2026-06-26T19:01:22.160" v="52" actId="478"/>
          <ac:spMkLst>
            <pc:docMk/>
            <pc:sldMk cId="1711769045" sldId="1344"/>
            <ac:spMk id="3" creationId="{DDED9592-C4BD-5A0C-FA83-765399D704D8}"/>
          </ac:spMkLst>
        </pc:spChg>
        <pc:spChg chg="add del mod">
          <ac:chgData name="Christian Fernandez" userId="f77f98e4-6ef5-4ad5-8449-5d29c8b65ab1" providerId="ADAL" clId="{DC11E96D-8A5C-4E7D-9057-11946AEC567A}" dt="2026-06-26T19:01:25.688" v="54" actId="478"/>
          <ac:spMkLst>
            <pc:docMk/>
            <pc:sldMk cId="1711769045" sldId="1344"/>
            <ac:spMk id="9" creationId="{F0C9E99F-B67E-E200-21CD-EDB4988C69C4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13" creationId="{26687435-44DE-DE84-5E2C-BE177A3E31AA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16" creationId="{09233FCB-1173-0A9D-12C5-7A34BD37DE3A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23" creationId="{5928B69D-E1D4-607E-1E4D-8202983EC853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25" creationId="{C0B7879C-B5AC-91CB-3265-EB9F301C1146}"/>
          </ac:spMkLst>
        </pc:spChg>
        <pc:spChg chg="add mod">
          <ac:chgData name="Christian Fernandez" userId="f77f98e4-6ef5-4ad5-8449-5d29c8b65ab1" providerId="ADAL" clId="{DC11E96D-8A5C-4E7D-9057-11946AEC567A}" dt="2026-06-26T19:02:58.312" v="157" actId="20577"/>
          <ac:spMkLst>
            <pc:docMk/>
            <pc:sldMk cId="1711769045" sldId="1344"/>
            <ac:spMk id="27" creationId="{39F7BD48-900B-2832-D232-3AD43570AF8F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33" creationId="{411E76DA-8763-7784-0F2B-2C61139D832F}"/>
          </ac:spMkLst>
        </pc:spChg>
        <pc:spChg chg="add mod">
          <ac:chgData name="Christian Fernandez" userId="f77f98e4-6ef5-4ad5-8449-5d29c8b65ab1" providerId="ADAL" clId="{DC11E96D-8A5C-4E7D-9057-11946AEC567A}" dt="2026-06-26T19:03:10.223" v="160" actId="108"/>
          <ac:spMkLst>
            <pc:docMk/>
            <pc:sldMk cId="1711769045" sldId="1344"/>
            <ac:spMk id="35" creationId="{80611AF1-2884-81F8-D163-AE1653DDEE48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39" creationId="{9DA9D45C-F284-544D-9CDD-FA282423DF48}"/>
          </ac:spMkLst>
        </pc:spChg>
        <pc:spChg chg="add">
          <ac:chgData name="Christian Fernandez" userId="f77f98e4-6ef5-4ad5-8449-5d29c8b65ab1" providerId="ADAL" clId="{DC11E96D-8A5C-4E7D-9057-11946AEC567A}" dt="2026-06-26T19:01:22.597" v="53" actId="22"/>
          <ac:spMkLst>
            <pc:docMk/>
            <pc:sldMk cId="1711769045" sldId="1344"/>
            <ac:spMk id="41" creationId="{937F8043-04D6-EF0D-2E71-91705A4D474D}"/>
          </ac:spMkLst>
        </pc:spChg>
        <pc:spChg chg="add mod">
          <ac:chgData name="Christian Fernandez" userId="f77f98e4-6ef5-4ad5-8449-5d29c8b65ab1" providerId="ADAL" clId="{DC11E96D-8A5C-4E7D-9057-11946AEC567A}" dt="2026-06-26T19:03:19.425" v="168" actId="20577"/>
          <ac:spMkLst>
            <pc:docMk/>
            <pc:sldMk cId="1711769045" sldId="1344"/>
            <ac:spMk id="43" creationId="{BBF85196-513F-0E56-0FD8-9DA6CD4E7C15}"/>
          </ac:spMkLst>
        </pc:spChg>
        <pc:spChg chg="add mod">
          <ac:chgData name="Christian Fernandez" userId="f77f98e4-6ef5-4ad5-8449-5d29c8b65ab1" providerId="ADAL" clId="{DC11E96D-8A5C-4E7D-9057-11946AEC567A}" dt="2026-06-26T19:02:13.968" v="130" actId="1036"/>
          <ac:spMkLst>
            <pc:docMk/>
            <pc:sldMk cId="1711769045" sldId="1344"/>
            <ac:spMk id="44" creationId="{C228EA6C-DE1E-8259-0925-5023CC04F15F}"/>
          </ac:spMkLst>
        </pc:spChg>
        <pc:grpChg chg="mod">
          <ac:chgData name="Christian Fernandez" userId="f77f98e4-6ef5-4ad5-8449-5d29c8b65ab1" providerId="ADAL" clId="{DC11E96D-8A5C-4E7D-9057-11946AEC567A}" dt="2026-06-26T19:01:51.418" v="56" actId="1076"/>
          <ac:grpSpMkLst>
            <pc:docMk/>
            <pc:sldMk cId="1711769045" sldId="1344"/>
            <ac:grpSpMk id="17" creationId="{B1FBE417-5E4F-BC43-8E5B-B4E16AD8E52B}"/>
          </ac:grpSpMkLst>
        </pc:grpChg>
      </pc:sldChg>
      <pc:sldChg chg="addSp delSp modSp add del mod ord">
        <pc:chgData name="Christian Fernandez" userId="f77f98e4-6ef5-4ad5-8449-5d29c8b65ab1" providerId="ADAL" clId="{DC11E96D-8A5C-4E7D-9057-11946AEC567A}" dt="2026-06-26T20:21:37.385" v="518" actId="47"/>
        <pc:sldMkLst>
          <pc:docMk/>
          <pc:sldMk cId="3387973097" sldId="1345"/>
        </pc:sldMkLst>
        <pc:spChg chg="add mod">
          <ac:chgData name="Christian Fernandez" userId="f77f98e4-6ef5-4ad5-8449-5d29c8b65ab1" providerId="ADAL" clId="{DC11E96D-8A5C-4E7D-9057-11946AEC567A}" dt="2026-06-26T19:16:31.142" v="195" actId="1076"/>
          <ac:spMkLst>
            <pc:docMk/>
            <pc:sldMk cId="3387973097" sldId="1345"/>
            <ac:spMk id="8" creationId="{1C90205A-D22E-5F54-E3DF-E97585C3AFD9}"/>
          </ac:spMkLst>
        </pc:spChg>
        <pc:spChg chg="add mod">
          <ac:chgData name="Christian Fernandez" userId="f77f98e4-6ef5-4ad5-8449-5d29c8b65ab1" providerId="ADAL" clId="{DC11E96D-8A5C-4E7D-9057-11946AEC567A}" dt="2026-06-26T19:16:31.142" v="195" actId="1076"/>
          <ac:spMkLst>
            <pc:docMk/>
            <pc:sldMk cId="3387973097" sldId="1345"/>
            <ac:spMk id="10" creationId="{8C2AFD27-5E90-A778-3498-2DAC52739D3B}"/>
          </ac:spMkLst>
        </pc:spChg>
        <pc:spChg chg="add mod">
          <ac:chgData name="Christian Fernandez" userId="f77f98e4-6ef5-4ad5-8449-5d29c8b65ab1" providerId="ADAL" clId="{DC11E96D-8A5C-4E7D-9057-11946AEC567A}" dt="2026-06-26T19:16:36.311" v="197" actId="1076"/>
          <ac:spMkLst>
            <pc:docMk/>
            <pc:sldMk cId="3387973097" sldId="1345"/>
            <ac:spMk id="12" creationId="{5DAFFED0-59C7-F9D2-DDA5-7393E644F937}"/>
          </ac:spMkLst>
        </pc:spChg>
        <pc:spChg chg="add mod">
          <ac:chgData name="Christian Fernandez" userId="f77f98e4-6ef5-4ad5-8449-5d29c8b65ab1" providerId="ADAL" clId="{DC11E96D-8A5C-4E7D-9057-11946AEC567A}" dt="2026-06-26T19:16:36.311" v="197" actId="1076"/>
          <ac:spMkLst>
            <pc:docMk/>
            <pc:sldMk cId="3387973097" sldId="1345"/>
            <ac:spMk id="15" creationId="{51EE14BE-8065-E9F7-BB5D-5E905902E189}"/>
          </ac:spMkLst>
        </pc:spChg>
        <pc:spChg chg="add mod">
          <ac:chgData name="Christian Fernandez" userId="f77f98e4-6ef5-4ad5-8449-5d29c8b65ab1" providerId="ADAL" clId="{DC11E96D-8A5C-4E7D-9057-11946AEC567A}" dt="2026-06-26T19:16:36.311" v="197" actId="1076"/>
          <ac:spMkLst>
            <pc:docMk/>
            <pc:sldMk cId="3387973097" sldId="1345"/>
            <ac:spMk id="17" creationId="{94D3469D-B6FE-34F7-9AE9-062ADBCDF23C}"/>
          </ac:spMkLst>
        </pc:spChg>
        <pc:spChg chg="add mod">
          <ac:chgData name="Christian Fernandez" userId="f77f98e4-6ef5-4ad5-8449-5d29c8b65ab1" providerId="ADAL" clId="{DC11E96D-8A5C-4E7D-9057-11946AEC567A}" dt="2026-06-26T19:16:44.928" v="209" actId="20577"/>
          <ac:spMkLst>
            <pc:docMk/>
            <pc:sldMk cId="3387973097" sldId="1345"/>
            <ac:spMk id="19" creationId="{20E2C78E-484F-22F9-63D3-6BFDE1310F4C}"/>
          </ac:spMkLst>
        </pc:spChg>
        <pc:spChg chg="add mod">
          <ac:chgData name="Christian Fernandez" userId="f77f98e4-6ef5-4ad5-8449-5d29c8b65ab1" providerId="ADAL" clId="{DC11E96D-8A5C-4E7D-9057-11946AEC567A}" dt="2026-06-26T19:16:36.311" v="197" actId="1076"/>
          <ac:spMkLst>
            <pc:docMk/>
            <pc:sldMk cId="3387973097" sldId="1345"/>
            <ac:spMk id="21" creationId="{865F82DA-7984-FF05-DAD2-8FB634E7D722}"/>
          </ac:spMkLst>
        </pc:spChg>
        <pc:spChg chg="add mod">
          <ac:chgData name="Christian Fernandez" userId="f77f98e4-6ef5-4ad5-8449-5d29c8b65ab1" providerId="ADAL" clId="{DC11E96D-8A5C-4E7D-9057-11946AEC567A}" dt="2026-06-26T19:16:55.320" v="223" actId="20577"/>
          <ac:spMkLst>
            <pc:docMk/>
            <pc:sldMk cId="3387973097" sldId="1345"/>
            <ac:spMk id="23" creationId="{20BB8657-2177-B7D8-9B31-10F9D15AC536}"/>
          </ac:spMkLst>
        </pc:spChg>
        <pc:graphicFrameChg chg="del">
          <ac:chgData name="Christian Fernandez" userId="f77f98e4-6ef5-4ad5-8449-5d29c8b65ab1" providerId="ADAL" clId="{DC11E96D-8A5C-4E7D-9057-11946AEC567A}" dt="2026-06-26T19:15:36.225" v="186" actId="478"/>
          <ac:graphicFrameMkLst>
            <pc:docMk/>
            <pc:sldMk cId="3387973097" sldId="1345"/>
            <ac:graphicFrameMk id="7" creationId="{60971690-2E8C-2927-E429-359412FEADF8}"/>
          </ac:graphicFrameMkLst>
        </pc:graphicFrameChg>
        <pc:picChg chg="add mod modCrop">
          <ac:chgData name="Christian Fernandez" userId="f77f98e4-6ef5-4ad5-8449-5d29c8b65ab1" providerId="ADAL" clId="{DC11E96D-8A5C-4E7D-9057-11946AEC567A}" dt="2026-06-26T19:21:09.316" v="228" actId="732"/>
          <ac:picMkLst>
            <pc:docMk/>
            <pc:sldMk cId="3387973097" sldId="1345"/>
            <ac:picMk id="5" creationId="{B35CC9FB-7165-1450-A2A8-1B769BEFC3C2}"/>
          </ac:picMkLst>
        </pc:picChg>
        <pc:picChg chg="del">
          <ac:chgData name="Christian Fernandez" userId="f77f98e4-6ef5-4ad5-8449-5d29c8b65ab1" providerId="ADAL" clId="{DC11E96D-8A5C-4E7D-9057-11946AEC567A}" dt="2026-06-26T19:15:15.074" v="178" actId="478"/>
          <ac:picMkLst>
            <pc:docMk/>
            <pc:sldMk cId="3387973097" sldId="1345"/>
            <ac:picMk id="14" creationId="{3389C1F5-DF02-33D0-798F-5F62AD339C61}"/>
          </ac:picMkLst>
        </pc:picChg>
      </pc:sldChg>
      <pc:sldChg chg="modSp add del mod">
        <pc:chgData name="Christian Fernandez" userId="f77f98e4-6ef5-4ad5-8449-5d29c8b65ab1" providerId="ADAL" clId="{DC11E96D-8A5C-4E7D-9057-11946AEC567A}" dt="2026-06-26T20:31:03.175" v="828" actId="20577"/>
        <pc:sldMkLst>
          <pc:docMk/>
          <pc:sldMk cId="432641174" sldId="1346"/>
        </pc:sldMkLst>
        <pc:spChg chg="mod">
          <ac:chgData name="Christian Fernandez" userId="f77f98e4-6ef5-4ad5-8449-5d29c8b65ab1" providerId="ADAL" clId="{DC11E96D-8A5C-4E7D-9057-11946AEC567A}" dt="2026-06-26T20:31:03.175" v="828" actId="20577"/>
          <ac:spMkLst>
            <pc:docMk/>
            <pc:sldMk cId="432641174" sldId="1346"/>
            <ac:spMk id="2" creationId="{283CE709-8D20-5F6E-DCE0-D537AAD8BC7C}"/>
          </ac:spMkLst>
        </pc:spChg>
        <pc:grpChg chg="mod">
          <ac:chgData name="Christian Fernandez" userId="f77f98e4-6ef5-4ad5-8449-5d29c8b65ab1" providerId="ADAL" clId="{DC11E96D-8A5C-4E7D-9057-11946AEC567A}" dt="2026-06-26T19:43:58.172" v="264" actId="1076"/>
          <ac:grpSpMkLst>
            <pc:docMk/>
            <pc:sldMk cId="432641174" sldId="1346"/>
            <ac:grpSpMk id="17" creationId="{90F08E99-C54D-35D9-8AD1-0991F6B0E616}"/>
          </ac:grpSpMkLst>
        </pc:grpChg>
      </pc:sldChg>
      <pc:sldChg chg="addSp modSp add mod">
        <pc:chgData name="Christian Fernandez" userId="f77f98e4-6ef5-4ad5-8449-5d29c8b65ab1" providerId="ADAL" clId="{DC11E96D-8A5C-4E7D-9057-11946AEC567A}" dt="2026-06-26T20:56:12.150" v="1399" actId="1076"/>
        <pc:sldMkLst>
          <pc:docMk/>
          <pc:sldMk cId="1608128189" sldId="1347"/>
        </pc:sldMkLst>
        <pc:spChg chg="mod">
          <ac:chgData name="Christian Fernandez" userId="f77f98e4-6ef5-4ad5-8449-5d29c8b65ab1" providerId="ADAL" clId="{DC11E96D-8A5C-4E7D-9057-11946AEC567A}" dt="2026-06-26T20:31:08.175" v="829"/>
          <ac:spMkLst>
            <pc:docMk/>
            <pc:sldMk cId="1608128189" sldId="1347"/>
            <ac:spMk id="2" creationId="{3290B0C2-072C-BDFF-FCDB-504A8F08134C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5" creationId="{5DE293ED-4CD6-91C2-D58B-BDDE10D40967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6" creationId="{A4CC17E2-C064-F23A-0978-68FC5B964A78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7" creationId="{6732424C-3F58-C1BC-2FE4-958964A47105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13" creationId="{9635A792-4B80-5D63-F381-25A63237FE79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19" creationId="{ED80522E-378A-A080-8FF5-A3505A969E37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21" creationId="{39BF2996-F937-1316-7CB3-BB601ADEC079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23" creationId="{8EC34FF4-3F9E-9C8D-58E9-C5A2FD7951A4}"/>
          </ac:spMkLst>
        </pc:spChg>
        <pc:spChg chg="add mod">
          <ac:chgData name="Christian Fernandez" userId="f77f98e4-6ef5-4ad5-8449-5d29c8b65ab1" providerId="ADAL" clId="{DC11E96D-8A5C-4E7D-9057-11946AEC567A}" dt="2026-06-26T20:56:12.150" v="1399" actId="1076"/>
          <ac:spMkLst>
            <pc:docMk/>
            <pc:sldMk cId="1608128189" sldId="1347"/>
            <ac:spMk id="28" creationId="{F9389E44-2B51-9D8A-A9D2-58867AA9510F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31" creationId="{4CEBE901-3803-9C60-FA67-750DB6D74F2E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33" creationId="{AD6C611E-383E-E5E6-A8F8-53AC9AA1E592}"/>
          </ac:spMkLst>
        </pc:spChg>
        <pc:spChg chg="mod">
          <ac:chgData name="Christian Fernandez" userId="f77f98e4-6ef5-4ad5-8449-5d29c8b65ab1" providerId="ADAL" clId="{DC11E96D-8A5C-4E7D-9057-11946AEC567A}" dt="2026-06-26T20:53:55.418" v="1368" actId="2711"/>
          <ac:spMkLst>
            <pc:docMk/>
            <pc:sldMk cId="1608128189" sldId="1347"/>
            <ac:spMk id="43" creationId="{8AF45D8A-4D40-ED6F-1546-4F3E2CE072CF}"/>
          </ac:spMkLst>
        </pc:spChg>
        <pc:cxnChg chg="add">
          <ac:chgData name="Christian Fernandez" userId="f77f98e4-6ef5-4ad5-8449-5d29c8b65ab1" providerId="ADAL" clId="{DC11E96D-8A5C-4E7D-9057-11946AEC567A}" dt="2026-06-26T19:24:50.718" v="232" actId="11529"/>
          <ac:cxnSpMkLst>
            <pc:docMk/>
            <pc:sldMk cId="1608128189" sldId="1347"/>
            <ac:cxnSpMk id="9" creationId="{C6F63B69-FB11-168C-3599-7CB0CA03B043}"/>
          </ac:cxnSpMkLst>
        </pc:cxnChg>
        <pc:cxnChg chg="add mod">
          <ac:chgData name="Christian Fernandez" userId="f77f98e4-6ef5-4ad5-8449-5d29c8b65ab1" providerId="ADAL" clId="{DC11E96D-8A5C-4E7D-9057-11946AEC567A}" dt="2026-06-26T19:24:59.475" v="234" actId="14100"/>
          <ac:cxnSpMkLst>
            <pc:docMk/>
            <pc:sldMk cId="1608128189" sldId="1347"/>
            <ac:cxnSpMk id="15" creationId="{484D0D38-0B01-0307-2457-4A794F2C6A64}"/>
          </ac:cxnSpMkLst>
        </pc:cxnChg>
        <pc:cxnChg chg="add mod">
          <ac:chgData name="Christian Fernandez" userId="f77f98e4-6ef5-4ad5-8449-5d29c8b65ab1" providerId="ADAL" clId="{DC11E96D-8A5C-4E7D-9057-11946AEC567A}" dt="2026-06-26T19:25:07.335" v="237" actId="14100"/>
          <ac:cxnSpMkLst>
            <pc:docMk/>
            <pc:sldMk cId="1608128189" sldId="1347"/>
            <ac:cxnSpMk id="20" creationId="{F020A8F6-0C2C-DA15-2D16-065A40765A60}"/>
          </ac:cxnSpMkLst>
        </pc:cxnChg>
      </pc:sldChg>
      <pc:sldChg chg="addSp delSp modSp add mod">
        <pc:chgData name="Christian Fernandez" userId="f77f98e4-6ef5-4ad5-8449-5d29c8b65ab1" providerId="ADAL" clId="{DC11E96D-8A5C-4E7D-9057-11946AEC567A}" dt="2026-06-26T20:51:18.063" v="1316" actId="1036"/>
        <pc:sldMkLst>
          <pc:docMk/>
          <pc:sldMk cId="922398693" sldId="1348"/>
        </pc:sldMkLst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13" creationId="{E4DB057F-A86F-9A2B-76A4-FBF2C57EB5BB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19" creationId="{DA396962-6314-491C-8453-5FD0C79077A2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21" creationId="{C90D5AE1-9359-D547-E8ED-A74BD0BDD9B5}"/>
          </ac:spMkLst>
        </pc:spChg>
        <pc:spChg chg="add del mod">
          <ac:chgData name="Christian Fernandez" userId="f77f98e4-6ef5-4ad5-8449-5d29c8b65ab1" providerId="ADAL" clId="{DC11E96D-8A5C-4E7D-9057-11946AEC567A}" dt="2026-06-26T19:45:45.972" v="271"/>
          <ac:spMkLst>
            <pc:docMk/>
            <pc:sldMk cId="922398693" sldId="1348"/>
            <ac:spMk id="24" creationId="{76977E34-2A80-EFD6-3F5D-3863C771CDBC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25" creationId="{681649DC-359B-64AA-C813-A9511997110A}"/>
          </ac:spMkLst>
        </pc:spChg>
        <pc:spChg chg="add del mod">
          <ac:chgData name="Christian Fernandez" userId="f77f98e4-6ef5-4ad5-8449-5d29c8b65ab1" providerId="ADAL" clId="{DC11E96D-8A5C-4E7D-9057-11946AEC567A}" dt="2026-06-26T20:45:35.662" v="841" actId="478"/>
          <ac:spMkLst>
            <pc:docMk/>
            <pc:sldMk cId="922398693" sldId="1348"/>
            <ac:spMk id="26" creationId="{EA5EA843-8FEF-9DD2-4D69-65EB2741080A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29" creationId="{8E876718-C53E-49CC-DF57-255076FF0A1E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31" creationId="{3BA8DDBB-C320-77B1-F3E2-1F54B90D5A81}"/>
          </ac:spMkLst>
        </pc:spChg>
        <pc:spChg chg="add mod">
          <ac:chgData name="Christian Fernandez" userId="f77f98e4-6ef5-4ad5-8449-5d29c8b65ab1" providerId="ADAL" clId="{DC11E96D-8A5C-4E7D-9057-11946AEC567A}" dt="2026-06-26T20:50:33.617" v="1189" actId="1076"/>
          <ac:spMkLst>
            <pc:docMk/>
            <pc:sldMk cId="922398693" sldId="1348"/>
            <ac:spMk id="34" creationId="{1BEB1ED5-C9BC-A706-99BA-5890B8793779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35" creationId="{E3AB7C94-9B9F-EA99-B84A-1F3BA70F21D9}"/>
          </ac:spMkLst>
        </pc:spChg>
        <pc:spChg chg="add mod">
          <ac:chgData name="Christian Fernandez" userId="f77f98e4-6ef5-4ad5-8449-5d29c8b65ab1" providerId="ADAL" clId="{DC11E96D-8A5C-4E7D-9057-11946AEC567A}" dt="2026-06-26T20:50:47.108" v="1192" actId="1582"/>
          <ac:spMkLst>
            <pc:docMk/>
            <pc:sldMk cId="922398693" sldId="1348"/>
            <ac:spMk id="36" creationId="{3748DF37-51EA-1DD0-F097-69B66F756209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39" creationId="{F2343EE6-50FA-3139-BF6B-794E9EF39AF3}"/>
          </ac:spMkLst>
        </pc:spChg>
        <pc:spChg chg="add mod">
          <ac:chgData name="Christian Fernandez" userId="f77f98e4-6ef5-4ad5-8449-5d29c8b65ab1" providerId="ADAL" clId="{DC11E96D-8A5C-4E7D-9057-11946AEC567A}" dt="2026-06-26T20:51:18.063" v="1316" actId="1036"/>
          <ac:spMkLst>
            <pc:docMk/>
            <pc:sldMk cId="922398693" sldId="1348"/>
            <ac:spMk id="40" creationId="{8EF38F75-F3D7-D700-8074-F1729B2CC746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41" creationId="{5F2F11ED-8B9C-158C-40D2-0ECEB9BE1D9A}"/>
          </ac:spMkLst>
        </pc:spChg>
        <pc:spChg chg="del">
          <ac:chgData name="Christian Fernandez" userId="f77f98e4-6ef5-4ad5-8449-5d29c8b65ab1" providerId="ADAL" clId="{DC11E96D-8A5C-4E7D-9057-11946AEC567A}" dt="2026-06-26T19:36:15.026" v="239" actId="478"/>
          <ac:spMkLst>
            <pc:docMk/>
            <pc:sldMk cId="922398693" sldId="1348"/>
            <ac:spMk id="43" creationId="{23C0D55B-6A7B-3094-E4CE-FA9E8BEE9A23}"/>
          </ac:spMkLst>
        </pc:spChg>
        <pc:spChg chg="del">
          <ac:chgData name="Christian Fernandez" userId="f77f98e4-6ef5-4ad5-8449-5d29c8b65ab1" providerId="ADAL" clId="{DC11E96D-8A5C-4E7D-9057-11946AEC567A}" dt="2026-06-26T20:45:32.249" v="840" actId="478"/>
          <ac:spMkLst>
            <pc:docMk/>
            <pc:sldMk cId="922398693" sldId="1348"/>
            <ac:spMk id="44" creationId="{D2546D77-9BE7-308E-2F7F-46BE9644AE61}"/>
          </ac:spMkLst>
        </pc:spChg>
        <pc:spChg chg="add mod">
          <ac:chgData name="Christian Fernandez" userId="f77f98e4-6ef5-4ad5-8449-5d29c8b65ab1" providerId="ADAL" clId="{DC11E96D-8A5C-4E7D-9057-11946AEC567A}" dt="2026-06-26T20:51:18.063" v="1316" actId="1036"/>
          <ac:spMkLst>
            <pc:docMk/>
            <pc:sldMk cId="922398693" sldId="1348"/>
            <ac:spMk id="45" creationId="{18E06DDD-A670-5968-CCC4-1B732AED00E7}"/>
          </ac:spMkLst>
        </pc:spChg>
        <pc:spChg chg="add mod">
          <ac:chgData name="Christian Fernandez" userId="f77f98e4-6ef5-4ad5-8449-5d29c8b65ab1" providerId="ADAL" clId="{DC11E96D-8A5C-4E7D-9057-11946AEC567A}" dt="2026-06-26T20:51:18.063" v="1316" actId="1036"/>
          <ac:spMkLst>
            <pc:docMk/>
            <pc:sldMk cId="922398693" sldId="1348"/>
            <ac:spMk id="47" creationId="{DB1549A3-03E8-B003-6D29-575B97EBC18F}"/>
          </ac:spMkLst>
        </pc:spChg>
        <pc:spChg chg="add mod">
          <ac:chgData name="Christian Fernandez" userId="f77f98e4-6ef5-4ad5-8449-5d29c8b65ab1" providerId="ADAL" clId="{DC11E96D-8A5C-4E7D-9057-11946AEC567A}" dt="2026-06-26T20:51:18.063" v="1316" actId="1036"/>
          <ac:spMkLst>
            <pc:docMk/>
            <pc:sldMk cId="922398693" sldId="1348"/>
            <ac:spMk id="49" creationId="{2CDD81B5-4465-53C6-2385-036FBCC14617}"/>
          </ac:spMkLst>
        </pc:spChg>
        <pc:picChg chg="add del mod modCrop">
          <ac:chgData name="Christian Fernandez" userId="f77f98e4-6ef5-4ad5-8449-5d29c8b65ab1" providerId="ADAL" clId="{DC11E96D-8A5C-4E7D-9057-11946AEC567A}" dt="2026-06-26T19:40:16.727" v="247" actId="478"/>
          <ac:picMkLst>
            <pc:docMk/>
            <pc:sldMk cId="922398693" sldId="1348"/>
            <ac:picMk id="11" creationId="{BD10AF54-EC6E-589E-A617-42CBD8FDFFE1}"/>
          </ac:picMkLst>
        </pc:picChg>
        <pc:picChg chg="add mod modCrop">
          <ac:chgData name="Christian Fernandez" userId="f77f98e4-6ef5-4ad5-8449-5d29c8b65ab1" providerId="ADAL" clId="{DC11E96D-8A5C-4E7D-9057-11946AEC567A}" dt="2026-06-26T20:44:27.020" v="831" actId="1076"/>
          <ac:picMkLst>
            <pc:docMk/>
            <pc:sldMk cId="922398693" sldId="1348"/>
            <ac:picMk id="22" creationId="{DC6C45AB-E88B-A3EE-A3B0-3B36F7BCF15C}"/>
          </ac:picMkLst>
        </pc:picChg>
        <pc:picChg chg="add mod">
          <ac:chgData name="Christian Fernandez" userId="f77f98e4-6ef5-4ad5-8449-5d29c8b65ab1" providerId="ADAL" clId="{DC11E96D-8A5C-4E7D-9057-11946AEC567A}" dt="2026-06-26T20:49:25.311" v="1152" actId="1035"/>
          <ac:picMkLst>
            <pc:docMk/>
            <pc:sldMk cId="922398693" sldId="1348"/>
            <ac:picMk id="30" creationId="{91A0A20C-691D-4A84-39F9-F8DE99210CF3}"/>
          </ac:picMkLst>
        </pc:picChg>
      </pc:sldChg>
      <pc:sldChg chg="addSp delSp modSp add del mod">
        <pc:chgData name="Christian Fernandez" userId="f77f98e4-6ef5-4ad5-8449-5d29c8b65ab1" providerId="ADAL" clId="{DC11E96D-8A5C-4E7D-9057-11946AEC567A}" dt="2026-06-26T19:54:49.377" v="293" actId="47"/>
        <pc:sldMkLst>
          <pc:docMk/>
          <pc:sldMk cId="80103480" sldId="1349"/>
        </pc:sldMkLst>
        <pc:picChg chg="add del mod modCrop">
          <ac:chgData name="Christian Fernandez" userId="f77f98e4-6ef5-4ad5-8449-5d29c8b65ab1" providerId="ADAL" clId="{DC11E96D-8A5C-4E7D-9057-11946AEC567A}" dt="2026-06-26T19:54:46.160" v="292" actId="478"/>
          <ac:picMkLst>
            <pc:docMk/>
            <pc:sldMk cId="80103480" sldId="1349"/>
            <ac:picMk id="5" creationId="{569FAD25-BC01-02C7-F829-1FE019AA3B8B}"/>
          </ac:picMkLst>
        </pc:picChg>
        <pc:picChg chg="del">
          <ac:chgData name="Christian Fernandez" userId="f77f98e4-6ef5-4ad5-8449-5d29c8b65ab1" providerId="ADAL" clId="{DC11E96D-8A5C-4E7D-9057-11946AEC567A}" dt="2026-06-26T19:41:15.519" v="256" actId="478"/>
          <ac:picMkLst>
            <pc:docMk/>
            <pc:sldMk cId="80103480" sldId="1349"/>
            <ac:picMk id="22" creationId="{FA4C7639-5DF9-1AD2-EE6E-E08E1F798C1E}"/>
          </ac:picMkLst>
        </pc:picChg>
      </pc:sldChg>
      <pc:sldChg chg="addSp delSp modSp add mod">
        <pc:chgData name="Christian Fernandez" userId="f77f98e4-6ef5-4ad5-8449-5d29c8b65ab1" providerId="ADAL" clId="{DC11E96D-8A5C-4E7D-9057-11946AEC567A}" dt="2026-06-26T20:53:28.120" v="1367" actId="1076"/>
        <pc:sldMkLst>
          <pc:docMk/>
          <pc:sldMk cId="3236081704" sldId="1350"/>
        </pc:sldMkLst>
        <pc:spChg chg="add mod">
          <ac:chgData name="Christian Fernandez" userId="f77f98e4-6ef5-4ad5-8449-5d29c8b65ab1" providerId="ADAL" clId="{DC11E96D-8A5C-4E7D-9057-11946AEC567A}" dt="2026-06-26T20:51:58.712" v="1318" actId="1076"/>
          <ac:spMkLst>
            <pc:docMk/>
            <pc:sldMk cId="3236081704" sldId="1350"/>
            <ac:spMk id="10" creationId="{4949DB51-836B-28D6-30DE-F0FEDA75CB76}"/>
          </ac:spMkLst>
        </pc:spChg>
        <pc:spChg chg="add mod">
          <ac:chgData name="Christian Fernandez" userId="f77f98e4-6ef5-4ad5-8449-5d29c8b65ab1" providerId="ADAL" clId="{DC11E96D-8A5C-4E7D-9057-11946AEC567A}" dt="2026-06-26T20:51:58.712" v="1318" actId="1076"/>
          <ac:spMkLst>
            <pc:docMk/>
            <pc:sldMk cId="3236081704" sldId="1350"/>
            <ac:spMk id="12" creationId="{A5DD3CB9-7742-B456-E189-2C08C440BA27}"/>
          </ac:spMkLst>
        </pc:spChg>
        <pc:spChg chg="add mod">
          <ac:chgData name="Christian Fernandez" userId="f77f98e4-6ef5-4ad5-8449-5d29c8b65ab1" providerId="ADAL" clId="{DC11E96D-8A5C-4E7D-9057-11946AEC567A}" dt="2026-06-26T20:51:58.712" v="1318" actId="1076"/>
          <ac:spMkLst>
            <pc:docMk/>
            <pc:sldMk cId="3236081704" sldId="1350"/>
            <ac:spMk id="14" creationId="{08E36FD6-FC4E-C502-5ADF-FA95BE9F204C}"/>
          </ac:spMkLst>
        </pc:spChg>
        <pc:spChg chg="add mod">
          <ac:chgData name="Christian Fernandez" userId="f77f98e4-6ef5-4ad5-8449-5d29c8b65ab1" providerId="ADAL" clId="{DC11E96D-8A5C-4E7D-9057-11946AEC567A}" dt="2026-06-26T20:51:58.712" v="1318" actId="1076"/>
          <ac:spMkLst>
            <pc:docMk/>
            <pc:sldMk cId="3236081704" sldId="1350"/>
            <ac:spMk id="16" creationId="{FD83BB42-C495-718E-10D9-8C341051A14A}"/>
          </ac:spMkLst>
        </pc:spChg>
        <pc:spChg chg="add mod">
          <ac:chgData name="Christian Fernandez" userId="f77f98e4-6ef5-4ad5-8449-5d29c8b65ab1" providerId="ADAL" clId="{DC11E96D-8A5C-4E7D-9057-11946AEC567A}" dt="2026-06-26T20:51:58.712" v="1318" actId="1076"/>
          <ac:spMkLst>
            <pc:docMk/>
            <pc:sldMk cId="3236081704" sldId="1350"/>
            <ac:spMk id="18" creationId="{5A07CDE3-F832-489D-CF45-795C34EBBED3}"/>
          </ac:spMkLst>
        </pc:spChg>
        <pc:spChg chg="add mod">
          <ac:chgData name="Christian Fernandez" userId="f77f98e4-6ef5-4ad5-8449-5d29c8b65ab1" providerId="ADAL" clId="{DC11E96D-8A5C-4E7D-9057-11946AEC567A}" dt="2026-06-26T20:51:58.712" v="1318" actId="1076"/>
          <ac:spMkLst>
            <pc:docMk/>
            <pc:sldMk cId="3236081704" sldId="1350"/>
            <ac:spMk id="20" creationId="{036CE0D8-BE3C-8EA0-169E-F35163BC06CF}"/>
          </ac:spMkLst>
        </pc:spChg>
        <pc:spChg chg="add mod">
          <ac:chgData name="Christian Fernandez" userId="f77f98e4-6ef5-4ad5-8449-5d29c8b65ab1" providerId="ADAL" clId="{DC11E96D-8A5C-4E7D-9057-11946AEC567A}" dt="2026-06-26T20:53:28.120" v="1367" actId="1076"/>
          <ac:spMkLst>
            <pc:docMk/>
            <pc:sldMk cId="3236081704" sldId="1350"/>
            <ac:spMk id="22" creationId="{FA51D06B-D7FD-671F-9CDC-F6C38610CECA}"/>
          </ac:spMkLst>
        </pc:spChg>
        <pc:picChg chg="del">
          <ac:chgData name="Christian Fernandez" userId="f77f98e4-6ef5-4ad5-8449-5d29c8b65ab1" providerId="ADAL" clId="{DC11E96D-8A5C-4E7D-9057-11946AEC567A}" dt="2026-06-26T19:46:08.663" v="273" actId="478"/>
          <ac:picMkLst>
            <pc:docMk/>
            <pc:sldMk cId="3236081704" sldId="1350"/>
            <ac:picMk id="5" creationId="{41133A19-032E-ED56-F58D-DEDE79A684DD}"/>
          </ac:picMkLst>
        </pc:picChg>
        <pc:picChg chg="add del mod">
          <ac:chgData name="Christian Fernandez" userId="f77f98e4-6ef5-4ad5-8449-5d29c8b65ab1" providerId="ADAL" clId="{DC11E96D-8A5C-4E7D-9057-11946AEC567A}" dt="2026-06-26T19:47:01.346" v="277" actId="21"/>
          <ac:picMkLst>
            <pc:docMk/>
            <pc:sldMk cId="3236081704" sldId="1350"/>
            <ac:picMk id="6" creationId="{BD3D93BA-0C46-5CF7-A013-E805B0FC8D27}"/>
          </ac:picMkLst>
        </pc:picChg>
        <pc:picChg chg="add mod modCrop">
          <ac:chgData name="Christian Fernandez" userId="f77f98e4-6ef5-4ad5-8449-5d29c8b65ab1" providerId="ADAL" clId="{DC11E96D-8A5C-4E7D-9057-11946AEC567A}" dt="2026-06-26T19:51:30.480" v="289" actId="732"/>
          <ac:picMkLst>
            <pc:docMk/>
            <pc:sldMk cId="3236081704" sldId="1350"/>
            <ac:picMk id="8" creationId="{DF1DE923-7272-AC8B-7A09-85F55C3FBCB7}"/>
          </ac:picMkLst>
        </pc:picChg>
      </pc:sldChg>
      <pc:sldChg chg="addSp delSp modSp add mod">
        <pc:chgData name="Christian Fernandez" userId="f77f98e4-6ef5-4ad5-8449-5d29c8b65ab1" providerId="ADAL" clId="{DC11E96D-8A5C-4E7D-9057-11946AEC567A}" dt="2026-06-26T20:13:25.807" v="504" actId="14100"/>
        <pc:sldMkLst>
          <pc:docMk/>
          <pc:sldMk cId="1709527652" sldId="1351"/>
        </pc:sldMkLst>
        <pc:spChg chg="mod">
          <ac:chgData name="Christian Fernandez" userId="f77f98e4-6ef5-4ad5-8449-5d29c8b65ab1" providerId="ADAL" clId="{DC11E96D-8A5C-4E7D-9057-11946AEC567A}" dt="2026-06-26T19:55:28.026" v="302" actId="1076"/>
          <ac:spMkLst>
            <pc:docMk/>
            <pc:sldMk cId="1709527652" sldId="1351"/>
            <ac:spMk id="10" creationId="{0553FCB9-DE97-5553-D35C-0E706B1B5247}"/>
          </ac:spMkLst>
        </pc:spChg>
        <pc:spChg chg="add mod">
          <ac:chgData name="Christian Fernandez" userId="f77f98e4-6ef5-4ad5-8449-5d29c8b65ab1" providerId="ADAL" clId="{DC11E96D-8A5C-4E7D-9057-11946AEC567A}" dt="2026-06-26T20:08:50.919" v="503" actId="20577"/>
          <ac:spMkLst>
            <pc:docMk/>
            <pc:sldMk cId="1709527652" sldId="1351"/>
            <ac:spMk id="11" creationId="{978D6F39-D5A9-91D7-7092-A9E87A10A1B1}"/>
          </ac:spMkLst>
        </pc:spChg>
        <pc:spChg chg="mod">
          <ac:chgData name="Christian Fernandez" userId="f77f98e4-6ef5-4ad5-8449-5d29c8b65ab1" providerId="ADAL" clId="{DC11E96D-8A5C-4E7D-9057-11946AEC567A}" dt="2026-06-26T19:55:28.026" v="302" actId="1076"/>
          <ac:spMkLst>
            <pc:docMk/>
            <pc:sldMk cId="1709527652" sldId="1351"/>
            <ac:spMk id="12" creationId="{1B7F4CBB-2577-F13F-7A84-2A898E03C093}"/>
          </ac:spMkLst>
        </pc:spChg>
        <pc:spChg chg="mod">
          <ac:chgData name="Christian Fernandez" userId="f77f98e4-6ef5-4ad5-8449-5d29c8b65ab1" providerId="ADAL" clId="{DC11E96D-8A5C-4E7D-9057-11946AEC567A}" dt="2026-06-26T19:55:28.026" v="302" actId="1076"/>
          <ac:spMkLst>
            <pc:docMk/>
            <pc:sldMk cId="1709527652" sldId="1351"/>
            <ac:spMk id="14" creationId="{77073F8B-02CF-9098-47F7-022C66FFFF7F}"/>
          </ac:spMkLst>
        </pc:spChg>
        <pc:spChg chg="mod">
          <ac:chgData name="Christian Fernandez" userId="f77f98e4-6ef5-4ad5-8449-5d29c8b65ab1" providerId="ADAL" clId="{DC11E96D-8A5C-4E7D-9057-11946AEC567A}" dt="2026-06-26T19:55:28.026" v="302" actId="1076"/>
          <ac:spMkLst>
            <pc:docMk/>
            <pc:sldMk cId="1709527652" sldId="1351"/>
            <ac:spMk id="16" creationId="{38E753A2-388D-C5FB-18C0-9508DFDDB391}"/>
          </ac:spMkLst>
        </pc:spChg>
        <pc:spChg chg="mod">
          <ac:chgData name="Christian Fernandez" userId="f77f98e4-6ef5-4ad5-8449-5d29c8b65ab1" providerId="ADAL" clId="{DC11E96D-8A5C-4E7D-9057-11946AEC567A}" dt="2026-06-26T19:55:28.026" v="302" actId="1076"/>
          <ac:spMkLst>
            <pc:docMk/>
            <pc:sldMk cId="1709527652" sldId="1351"/>
            <ac:spMk id="18" creationId="{FE7CC1A8-1E45-3B6C-0839-B9166CA98A0F}"/>
          </ac:spMkLst>
        </pc:spChg>
        <pc:spChg chg="mod">
          <ac:chgData name="Christian Fernandez" userId="f77f98e4-6ef5-4ad5-8449-5d29c8b65ab1" providerId="ADAL" clId="{DC11E96D-8A5C-4E7D-9057-11946AEC567A}" dt="2026-06-26T19:55:28.026" v="302" actId="1076"/>
          <ac:spMkLst>
            <pc:docMk/>
            <pc:sldMk cId="1709527652" sldId="1351"/>
            <ac:spMk id="20" creationId="{2C06356F-02B6-0CAF-1869-2106BA122CBF}"/>
          </ac:spMkLst>
        </pc:spChg>
        <pc:graphicFrameChg chg="add mod">
          <ac:chgData name="Christian Fernandez" userId="f77f98e4-6ef5-4ad5-8449-5d29c8b65ab1" providerId="ADAL" clId="{DC11E96D-8A5C-4E7D-9057-11946AEC567A}" dt="2026-06-26T20:06:10.558" v="306"/>
          <ac:graphicFrameMkLst>
            <pc:docMk/>
            <pc:sldMk cId="1709527652" sldId="1351"/>
            <ac:graphicFrameMk id="6" creationId="{142917D9-7D09-5BDD-8590-0509D0FD59E1}"/>
          </ac:graphicFrameMkLst>
        </pc:graphicFrameChg>
        <pc:graphicFrameChg chg="add mod">
          <ac:chgData name="Christian Fernandez" userId="f77f98e4-6ef5-4ad5-8449-5d29c8b65ab1" providerId="ADAL" clId="{DC11E96D-8A5C-4E7D-9057-11946AEC567A}" dt="2026-06-26T20:06:21.349" v="307"/>
          <ac:graphicFrameMkLst>
            <pc:docMk/>
            <pc:sldMk cId="1709527652" sldId="1351"/>
            <ac:graphicFrameMk id="7" creationId="{A26C2B55-B061-95E4-1046-67A83ABF5A26}"/>
          </ac:graphicFrameMkLst>
        </pc:graphicFrameChg>
        <pc:graphicFrameChg chg="add mod modGraphic">
          <ac:chgData name="Christian Fernandez" userId="f77f98e4-6ef5-4ad5-8449-5d29c8b65ab1" providerId="ADAL" clId="{DC11E96D-8A5C-4E7D-9057-11946AEC567A}" dt="2026-06-26T20:13:25.807" v="504" actId="14100"/>
          <ac:graphicFrameMkLst>
            <pc:docMk/>
            <pc:sldMk cId="1709527652" sldId="1351"/>
            <ac:graphicFrameMk id="9" creationId="{1E23FEFE-2D62-627A-A4E1-30BEB4C83AD0}"/>
          </ac:graphicFrameMkLst>
        </pc:graphicFrameChg>
        <pc:picChg chg="add mod modCrop">
          <ac:chgData name="Christian Fernandez" userId="f77f98e4-6ef5-4ad5-8449-5d29c8b65ab1" providerId="ADAL" clId="{DC11E96D-8A5C-4E7D-9057-11946AEC567A}" dt="2026-06-26T20:06:34.097" v="313" actId="1076"/>
          <ac:picMkLst>
            <pc:docMk/>
            <pc:sldMk cId="1709527652" sldId="1351"/>
            <ac:picMk id="5" creationId="{356BA397-E4D0-5978-F6BF-E77B68245563}"/>
          </ac:picMkLst>
        </pc:picChg>
        <pc:picChg chg="del mod">
          <ac:chgData name="Christian Fernandez" userId="f77f98e4-6ef5-4ad5-8449-5d29c8b65ab1" providerId="ADAL" clId="{DC11E96D-8A5C-4E7D-9057-11946AEC567A}" dt="2026-06-26T19:55:12.528" v="297" actId="478"/>
          <ac:picMkLst>
            <pc:docMk/>
            <pc:sldMk cId="1709527652" sldId="1351"/>
            <ac:picMk id="8" creationId="{333A9790-6EC3-761D-7A7B-F2727622107E}"/>
          </ac:picMkLst>
        </pc:picChg>
      </pc:sldChg>
      <pc:sldChg chg="addSp delSp modSp add del mod ord">
        <pc:chgData name="Christian Fernandez" userId="f77f98e4-6ef5-4ad5-8449-5d29c8b65ab1" providerId="ADAL" clId="{DC11E96D-8A5C-4E7D-9057-11946AEC567A}" dt="2026-06-26T19:55:03.127" v="294" actId="47"/>
        <pc:sldMkLst>
          <pc:docMk/>
          <pc:sldMk cId="2520228506" sldId="1351"/>
        </pc:sldMkLst>
        <pc:picChg chg="add mod modCrop">
          <ac:chgData name="Christian Fernandez" userId="f77f98e4-6ef5-4ad5-8449-5d29c8b65ab1" providerId="ADAL" clId="{DC11E96D-8A5C-4E7D-9057-11946AEC567A}" dt="2026-06-26T19:51:01.222" v="288" actId="1076"/>
          <ac:picMkLst>
            <pc:docMk/>
            <pc:sldMk cId="2520228506" sldId="1351"/>
            <ac:picMk id="5" creationId="{9965223B-8D4E-8643-0B41-4292CB4BD8B4}"/>
          </ac:picMkLst>
        </pc:picChg>
        <pc:picChg chg="del">
          <ac:chgData name="Christian Fernandez" userId="f77f98e4-6ef5-4ad5-8449-5d29c8b65ab1" providerId="ADAL" clId="{DC11E96D-8A5C-4E7D-9057-11946AEC567A}" dt="2026-06-26T19:50:39.599" v="282" actId="478"/>
          <ac:picMkLst>
            <pc:docMk/>
            <pc:sldMk cId="2520228506" sldId="1351"/>
            <ac:picMk id="8" creationId="{0D470008-A737-A4D6-9FA4-F675892F4C7B}"/>
          </ac:picMkLst>
        </pc:picChg>
      </pc:sldChg>
      <pc:sldChg chg="addSp delSp modSp add mod">
        <pc:chgData name="Christian Fernandez" userId="f77f98e4-6ef5-4ad5-8449-5d29c8b65ab1" providerId="ADAL" clId="{DC11E96D-8A5C-4E7D-9057-11946AEC567A}" dt="2026-06-26T20:51:28.147" v="1317" actId="166"/>
        <pc:sldMkLst>
          <pc:docMk/>
          <pc:sldMk cId="2729020541" sldId="1352"/>
        </pc:sldMkLst>
        <pc:spChg chg="mod">
          <ac:chgData name="Christian Fernandez" userId="f77f98e4-6ef5-4ad5-8449-5d29c8b65ab1" providerId="ADAL" clId="{DC11E96D-8A5C-4E7D-9057-11946AEC567A}" dt="2026-06-26T20:51:28.147" v="1317" actId="166"/>
          <ac:spMkLst>
            <pc:docMk/>
            <pc:sldMk cId="2729020541" sldId="1352"/>
            <ac:spMk id="2" creationId="{AA826869-8223-D9BC-CD23-0602F946D299}"/>
          </ac:spMkLst>
        </pc:spChg>
        <pc:spChg chg="add del mod">
          <ac:chgData name="Christian Fernandez" userId="f77f98e4-6ef5-4ad5-8449-5d29c8b65ab1" providerId="ADAL" clId="{DC11E96D-8A5C-4E7D-9057-11946AEC567A}" dt="2026-06-26T20:45:52.318" v="846" actId="478"/>
          <ac:spMkLst>
            <pc:docMk/>
            <pc:sldMk cId="2729020541" sldId="1352"/>
            <ac:spMk id="6" creationId="{5D6A55A7-1E26-1DB4-FDBA-E830538311F1}"/>
          </ac:spMkLst>
        </pc:spChg>
        <pc:spChg chg="add mod">
          <ac:chgData name="Christian Fernandez" userId="f77f98e4-6ef5-4ad5-8449-5d29c8b65ab1" providerId="ADAL" clId="{DC11E96D-8A5C-4E7D-9057-11946AEC567A}" dt="2026-06-26T20:46:25.625" v="849" actId="14100"/>
          <ac:spMkLst>
            <pc:docMk/>
            <pc:sldMk cId="2729020541" sldId="1352"/>
            <ac:spMk id="9" creationId="{8D0A362D-A55E-C088-60A1-291651F34344}"/>
          </ac:spMkLst>
        </pc:spChg>
        <pc:spChg chg="add mod">
          <ac:chgData name="Christian Fernandez" userId="f77f98e4-6ef5-4ad5-8449-5d29c8b65ab1" providerId="ADAL" clId="{DC11E96D-8A5C-4E7D-9057-11946AEC567A}" dt="2026-06-26T20:47:40.969" v="929" actId="1076"/>
          <ac:spMkLst>
            <pc:docMk/>
            <pc:sldMk cId="2729020541" sldId="1352"/>
            <ac:spMk id="11" creationId="{57588FD6-42A2-70AF-EBAB-6F19A3352216}"/>
          </ac:spMkLst>
        </pc:spChg>
        <pc:spChg chg="add del mod">
          <ac:chgData name="Christian Fernandez" userId="f77f98e4-6ef5-4ad5-8449-5d29c8b65ab1" providerId="ADAL" clId="{DC11E96D-8A5C-4E7D-9057-11946AEC567A}" dt="2026-06-26T20:48:42.839" v="1014"/>
          <ac:spMkLst>
            <pc:docMk/>
            <pc:sldMk cId="2729020541" sldId="1352"/>
            <ac:spMk id="13" creationId="{6F36449C-6EC0-79A3-006F-52236A009195}"/>
          </ac:spMkLst>
        </pc:spChg>
        <pc:spChg chg="add mod">
          <ac:chgData name="Christian Fernandez" userId="f77f98e4-6ef5-4ad5-8449-5d29c8b65ab1" providerId="ADAL" clId="{DC11E96D-8A5C-4E7D-9057-11946AEC567A}" dt="2026-06-26T20:47:59.428" v="934" actId="1076"/>
          <ac:spMkLst>
            <pc:docMk/>
            <pc:sldMk cId="2729020541" sldId="1352"/>
            <ac:spMk id="15" creationId="{C63F5B7A-569A-4E01-5DF9-B5573085A493}"/>
          </ac:spMkLst>
        </pc:spChg>
        <pc:spChg chg="add mod">
          <ac:chgData name="Christian Fernandez" userId="f77f98e4-6ef5-4ad5-8449-5d29c8b65ab1" providerId="ADAL" clId="{DC11E96D-8A5C-4E7D-9057-11946AEC567A}" dt="2026-06-26T20:49:44.095" v="1180" actId="20577"/>
          <ac:spMkLst>
            <pc:docMk/>
            <pc:sldMk cId="2729020541" sldId="1352"/>
            <ac:spMk id="17" creationId="{768B1AFB-99BC-8860-686E-814F96CFF400}"/>
          </ac:spMkLst>
        </pc:spChg>
        <pc:spChg chg="add mod">
          <ac:chgData name="Christian Fernandez" userId="f77f98e4-6ef5-4ad5-8449-5d29c8b65ab1" providerId="ADAL" clId="{DC11E96D-8A5C-4E7D-9057-11946AEC567A}" dt="2026-06-26T20:50:58.734" v="1259" actId="1035"/>
          <ac:spMkLst>
            <pc:docMk/>
            <pc:sldMk cId="2729020541" sldId="1352"/>
            <ac:spMk id="21" creationId="{BA19229C-1CB5-489B-AAA2-8DB4822ED70C}"/>
          </ac:spMkLst>
        </pc:spChg>
        <pc:spChg chg="add mod">
          <ac:chgData name="Christian Fernandez" userId="f77f98e4-6ef5-4ad5-8449-5d29c8b65ab1" providerId="ADAL" clId="{DC11E96D-8A5C-4E7D-9057-11946AEC567A}" dt="2026-06-26T20:50:58.734" v="1259" actId="1035"/>
          <ac:spMkLst>
            <pc:docMk/>
            <pc:sldMk cId="2729020541" sldId="1352"/>
            <ac:spMk id="24" creationId="{D988E94D-E061-313C-5E18-C39C346AA3C5}"/>
          </ac:spMkLst>
        </pc:spChg>
        <pc:spChg chg="del">
          <ac:chgData name="Christian Fernandez" userId="f77f98e4-6ef5-4ad5-8449-5d29c8b65ab1" providerId="ADAL" clId="{DC11E96D-8A5C-4E7D-9057-11946AEC567A}" dt="2026-06-26T20:45:40.911" v="842" actId="478"/>
          <ac:spMkLst>
            <pc:docMk/>
            <pc:sldMk cId="2729020541" sldId="1352"/>
            <ac:spMk id="44" creationId="{C44147EE-04DD-8F7D-B0C1-574D3F5F79D6}"/>
          </ac:spMkLst>
        </pc:spChg>
        <pc:picChg chg="add mod modCrop">
          <ac:chgData name="Christian Fernandez" userId="f77f98e4-6ef5-4ad5-8449-5d29c8b65ab1" providerId="ADAL" clId="{DC11E96D-8A5C-4E7D-9057-11946AEC567A}" dt="2026-06-26T20:45:12.320" v="839" actId="1076"/>
          <ac:picMkLst>
            <pc:docMk/>
            <pc:sldMk cId="2729020541" sldId="1352"/>
            <ac:picMk id="5" creationId="{430E9979-323C-0187-D932-BF002567CD01}"/>
          </ac:picMkLst>
        </pc:picChg>
        <pc:picChg chg="add del mod">
          <ac:chgData name="Christian Fernandez" userId="f77f98e4-6ef5-4ad5-8449-5d29c8b65ab1" providerId="ADAL" clId="{DC11E96D-8A5C-4E7D-9057-11946AEC567A}" dt="2026-06-26T20:49:07.687" v="1015" actId="478"/>
          <ac:picMkLst>
            <pc:docMk/>
            <pc:sldMk cId="2729020541" sldId="1352"/>
            <ac:picMk id="8" creationId="{CE4FBF06-D80A-5B2D-C533-E76C3F4D6704}"/>
          </ac:picMkLst>
        </pc:picChg>
        <pc:picChg chg="add mod">
          <ac:chgData name="Christian Fernandez" userId="f77f98e4-6ef5-4ad5-8449-5d29c8b65ab1" providerId="ADAL" clId="{DC11E96D-8A5C-4E7D-9057-11946AEC567A}" dt="2026-06-26T20:49:12.145" v="1086" actId="1035"/>
          <ac:picMkLst>
            <pc:docMk/>
            <pc:sldMk cId="2729020541" sldId="1352"/>
            <ac:picMk id="19" creationId="{38D18FC5-9D52-771E-CD49-D908B316E458}"/>
          </ac:picMkLst>
        </pc:picChg>
        <pc:picChg chg="del">
          <ac:chgData name="Christian Fernandez" userId="f77f98e4-6ef5-4ad5-8449-5d29c8b65ab1" providerId="ADAL" clId="{DC11E96D-8A5C-4E7D-9057-11946AEC567A}" dt="2026-06-26T20:44:58.118" v="833" actId="478"/>
          <ac:picMkLst>
            <pc:docMk/>
            <pc:sldMk cId="2729020541" sldId="1352"/>
            <ac:picMk id="22" creationId="{FC23EF61-1B6D-5C9A-2345-27E30845912C}"/>
          </ac:picMkLst>
        </pc:picChg>
      </pc:sldChg>
      <pc:sldMasterChg chg="del delSldLayout">
        <pc:chgData name="Christian Fernandez" userId="f77f98e4-6ef5-4ad5-8449-5d29c8b65ab1" providerId="ADAL" clId="{DC11E96D-8A5C-4E7D-9057-11946AEC567A}" dt="2026-06-26T18:55:45.661" v="0" actId="47"/>
        <pc:sldMasterMkLst>
          <pc:docMk/>
          <pc:sldMasterMk cId="398927970" sldId="2147483660"/>
        </pc:sldMasterMkLst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923016820" sldId="2147483661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2214998674" sldId="2147483662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3447203760" sldId="2147483663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1574505414" sldId="2147483664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1666847331" sldId="2147483665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866413462" sldId="2147483666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3412938136" sldId="2147483667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2797328315" sldId="2147483668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398927970" sldId="2147483660"/>
            <pc:sldLayoutMk cId="2551410275" sldId="2147483669"/>
          </pc:sldLayoutMkLst>
        </pc:sldLayoutChg>
      </pc:sldMasterChg>
      <pc:sldMasterChg chg="del delSldLayout">
        <pc:chgData name="Christian Fernandez" userId="f77f98e4-6ef5-4ad5-8449-5d29c8b65ab1" providerId="ADAL" clId="{DC11E96D-8A5C-4E7D-9057-11946AEC567A}" dt="2026-06-26T18:55:45.661" v="0" actId="47"/>
        <pc:sldMasterMkLst>
          <pc:docMk/>
          <pc:sldMasterMk cId="1633100208" sldId="2147483670"/>
        </pc:sldMasterMkLst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2573079746" sldId="2147483671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3838521365" sldId="2147483672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1860130370" sldId="2147483673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3636534962" sldId="2147483674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2145945020" sldId="2147483675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3117553984" sldId="2147483676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2234128734" sldId="2147483677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471571727" sldId="2147483678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558771680" sldId="2147483679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961473660" sldId="2147483680"/>
          </pc:sldLayoutMkLst>
        </pc:sldLayoutChg>
        <pc:sldLayoutChg chg="del">
          <pc:chgData name="Christian Fernandez" userId="f77f98e4-6ef5-4ad5-8449-5d29c8b65ab1" providerId="ADAL" clId="{DC11E96D-8A5C-4E7D-9057-11946AEC567A}" dt="2026-06-26T18:55:45.661" v="0" actId="47"/>
          <pc:sldLayoutMkLst>
            <pc:docMk/>
            <pc:sldMasterMk cId="1633100208" sldId="2147483670"/>
            <pc:sldLayoutMk cId="4111812546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3C3EA-C1B1-4E3F-AA72-F8255A3436E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2C4F5-E98D-445B-88EC-59BD6E997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9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-All methods for all problems, because this could be problem dependent, try all methods for all problems </a:t>
            </a:r>
          </a:p>
          <a:p>
            <a:pPr marL="171450" indent="-171450">
              <a:buFontTx/>
              <a:buChar char="-"/>
            </a:pPr>
            <a:r>
              <a:rPr lang="en-US"/>
              <a:t>Is there is something we could do to asses weather is a way to identify which acquisition function </a:t>
            </a:r>
          </a:p>
          <a:p>
            <a:pPr marL="171450" indent="-171450">
              <a:buFontTx/>
              <a:buChar char="-"/>
            </a:pPr>
            <a:r>
              <a:rPr lang="en-US"/>
              <a:t>Identify which are the methods that are not good and </a:t>
            </a:r>
            <a:r>
              <a:rPr lang="en-US" err="1"/>
              <a:t>sicscard</a:t>
            </a:r>
            <a:r>
              <a:rPr lang="en-US"/>
              <a:t> those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2C4F5-E98D-445B-88EC-59BD6E9970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43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Try to search another type of visualizing, this thing for one problem is not enough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2C4F5-E98D-445B-88EC-59BD6E9970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09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This is something we do not care about, we do not care </a:t>
            </a:r>
          </a:p>
          <a:p>
            <a:pPr marL="171450" indent="-171450">
              <a:buFontTx/>
              <a:buChar char="-"/>
            </a:pPr>
            <a:r>
              <a:rPr lang="en-US"/>
              <a:t>There is a </a:t>
            </a:r>
            <a:r>
              <a:rPr lang="en-US" err="1"/>
              <a:t>pythorch</a:t>
            </a:r>
            <a:r>
              <a:rPr lang="en-US"/>
              <a:t> version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2C4F5-E98D-445B-88EC-59BD6E9970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22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5C58-0179-8A83-510B-AF729828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B58EE-560D-39A2-82C2-8E549E12B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B13E0-A2DA-F8DE-C45F-8D1252620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The first slide should give one diagram,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The first slide should give more context, more clear, simple, and remind her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Always show what is the overall background</a:t>
            </a:r>
          </a:p>
          <a:p>
            <a:pPr marL="171450" indent="-171450">
              <a:buFontTx/>
              <a:buChar char="-"/>
            </a:pPr>
            <a:r>
              <a:rPr lang="en-US"/>
              <a:t>Do not show a lot of table or data on the first slide</a:t>
            </a:r>
          </a:p>
          <a:p>
            <a:pPr marL="171450" indent="-171450">
              <a:buFontTx/>
              <a:buChar char="-"/>
            </a:pPr>
            <a:r>
              <a:rPr lang="en-US"/>
              <a:t>The firs slide is important because if they are lost, they </a:t>
            </a:r>
          </a:p>
          <a:p>
            <a:pPr marL="171450" indent="-171450">
              <a:buFontTx/>
              <a:buChar char="-"/>
            </a:pPr>
            <a:r>
              <a:rPr lang="en-US"/>
              <a:t>Include the hall mobility 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UIC</a:t>
            </a:r>
          </a:p>
          <a:p>
            <a:pPr marL="171450" indent="-171450">
              <a:buFontTx/>
              <a:buChar char="-"/>
            </a:pPr>
            <a:r>
              <a:rPr lang="en-US"/>
              <a:t>For </a:t>
            </a:r>
            <a:r>
              <a:rPr lang="en-US" err="1"/>
              <a:t>notremade</a:t>
            </a:r>
            <a:r>
              <a:rPr lang="en-US"/>
              <a:t> I can show the replicate data, (the 3 slides)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C1E52-75DF-236F-A24B-CDDADB05B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78584-1AD2-480E-88F8-502E95091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485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5173-E57B-DBC8-72EC-046673B6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96088-5BDB-5ACB-8C43-2D123FA61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A6F31-4D2F-D497-8530-5C001E93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The first slide should give one diagram,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The first slide should give more context, more clear, simple, and remind her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Always show what is the overall background</a:t>
            </a:r>
          </a:p>
          <a:p>
            <a:pPr marL="171450" indent="-171450">
              <a:buFontTx/>
              <a:buChar char="-"/>
            </a:pPr>
            <a:r>
              <a:rPr lang="en-US"/>
              <a:t>Do not show a lot of table or data on the first slide</a:t>
            </a:r>
          </a:p>
          <a:p>
            <a:pPr marL="171450" indent="-171450">
              <a:buFontTx/>
              <a:buChar char="-"/>
            </a:pPr>
            <a:r>
              <a:rPr lang="en-US"/>
              <a:t>The firs slide is important because if they are lost, they </a:t>
            </a:r>
          </a:p>
          <a:p>
            <a:pPr marL="171450" indent="-171450">
              <a:buFontTx/>
              <a:buChar char="-"/>
            </a:pPr>
            <a:r>
              <a:rPr lang="en-US"/>
              <a:t>Include the hall mobility 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UIC</a:t>
            </a:r>
          </a:p>
          <a:p>
            <a:pPr marL="171450" indent="-171450">
              <a:buFontTx/>
              <a:buChar char="-"/>
            </a:pPr>
            <a:r>
              <a:rPr lang="en-US"/>
              <a:t>Both can be the baseline</a:t>
            </a:r>
          </a:p>
          <a:p>
            <a:pPr marL="171450" indent="-171450">
              <a:buFontTx/>
              <a:buChar char="-"/>
            </a:pPr>
            <a:r>
              <a:rPr lang="en-US"/>
              <a:t>Came up with a </a:t>
            </a:r>
            <a:r>
              <a:rPr lang="en-US" err="1"/>
              <a:t>mathemical</a:t>
            </a:r>
            <a:r>
              <a:rPr lang="en-US"/>
              <a:t> deeply</a:t>
            </a:r>
          </a:p>
          <a:p>
            <a:pPr marL="171450" indent="-171450">
              <a:buFontTx/>
              <a:buChar char="-"/>
            </a:pPr>
            <a:r>
              <a:rPr lang="en-US"/>
              <a:t>Hide the second experiment as is not the standard case we are following  </a:t>
            </a:r>
          </a:p>
          <a:p>
            <a:pPr marL="171450" indent="-171450">
              <a:buFontTx/>
              <a:buChar char="-"/>
            </a:pPr>
            <a:r>
              <a:rPr lang="en-US"/>
              <a:t>We should use replicate data set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CB52-1DBE-7368-A764-8AFE275CD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78584-1AD2-480E-88F8-502E95091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956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12B7-0EED-4BD7-6F0E-79DBA04E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99EB1-A3AD-A3B5-146E-5B683EB6F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943E9-86BA-DFDA-3039-EFD8B493D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The first slide should give one diagram,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The first slide should give more context, more clear, simple, and remind her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Always show what is the overall background</a:t>
            </a:r>
          </a:p>
          <a:p>
            <a:pPr marL="171450" indent="-171450">
              <a:buFontTx/>
              <a:buChar char="-"/>
            </a:pPr>
            <a:r>
              <a:rPr lang="en-US"/>
              <a:t>Do not show a lot of table or data on the first slide</a:t>
            </a:r>
          </a:p>
          <a:p>
            <a:pPr marL="171450" indent="-171450">
              <a:buFontTx/>
              <a:buChar char="-"/>
            </a:pPr>
            <a:r>
              <a:rPr lang="en-US"/>
              <a:t>The firs slide is important because if they are lost, they </a:t>
            </a:r>
          </a:p>
          <a:p>
            <a:pPr marL="171450" indent="-171450">
              <a:buFontTx/>
              <a:buChar char="-"/>
            </a:pPr>
            <a:r>
              <a:rPr lang="en-US"/>
              <a:t>Include the hall mobility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31D5D-539C-680A-1261-44160C28F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78584-1AD2-480E-88F8-502E95091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854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0BC2-A00B-BA93-3AFB-4A71AB38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921EB-B525-7591-A668-ACFB3622A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F4472-F9E8-DEED-35D4-3B7E08354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The first slide should give one diagram,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The first slide should give more context, more clear, simple, and remind her what is the problem</a:t>
            </a:r>
          </a:p>
          <a:p>
            <a:pPr marL="171450" indent="-171450">
              <a:buFontTx/>
              <a:buChar char="-"/>
            </a:pPr>
            <a:r>
              <a:rPr lang="en-US"/>
              <a:t>Always show what is the overall background</a:t>
            </a:r>
          </a:p>
          <a:p>
            <a:pPr marL="171450" indent="-171450">
              <a:buFontTx/>
              <a:buChar char="-"/>
            </a:pPr>
            <a:r>
              <a:rPr lang="en-US"/>
              <a:t>Do not show a lot of table or data on the first slide</a:t>
            </a:r>
          </a:p>
          <a:p>
            <a:pPr marL="171450" indent="-171450">
              <a:buFontTx/>
              <a:buChar char="-"/>
            </a:pPr>
            <a:r>
              <a:rPr lang="en-US"/>
              <a:t>The firs slide is important because if they are lost, they </a:t>
            </a:r>
          </a:p>
          <a:p>
            <a:pPr marL="171450" indent="-171450">
              <a:buFontTx/>
              <a:buChar char="-"/>
            </a:pPr>
            <a:r>
              <a:rPr lang="en-US"/>
              <a:t>Include the hall mobility 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-------------------</a:t>
            </a:r>
          </a:p>
          <a:p>
            <a:pPr marL="171450" indent="-171450">
              <a:buFontTx/>
              <a:buChar char="-"/>
            </a:pPr>
            <a:r>
              <a:rPr lang="en-US"/>
              <a:t>Some Ai agents to learn ahead of time which method to use, not just the user decide, but there is a method </a:t>
            </a:r>
          </a:p>
          <a:p>
            <a:pPr marL="171450" indent="-171450">
              <a:buFontTx/>
              <a:buChar char="-"/>
            </a:pPr>
            <a:r>
              <a:rPr lang="en-US"/>
              <a:t>Read papers about </a:t>
            </a:r>
            <a:r>
              <a:rPr lang="en-US" err="1"/>
              <a:t>autonomos</a:t>
            </a:r>
            <a:r>
              <a:rPr lang="en-US"/>
              <a:t> discovery to see the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7735-0F73-AB6B-BBF0-DC0D02661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78584-1AD2-480E-88F8-502E95091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548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B13B-BB80-2378-0CD2-192CC8704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11FED-93A3-C908-A60A-E18AA65D3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272A6-FE20-D4DC-2F0B-CA0DFCA8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E9EF-DD1E-E530-A35A-9161C4AC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2C95F-CF15-F529-D017-74A9C05A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1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4C4F-9996-6238-4C07-025D485F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DC6-1259-1B11-FE91-659375E4F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5F110-E34B-B427-7B3F-2A8E89EDA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D0FBD-520C-D8EF-21BB-23BA89E8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6C5A3-CBD2-2EB6-2412-911C853A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7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6AAF-0907-B4A2-3C94-CFEC6E75F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1B3A9-618D-D8D1-4AA3-7167D79D6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B60B-103D-5568-6BA4-55856FE4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6C5B-BD3B-1D41-F14C-CC3E10B4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431B6-692B-3A9E-96D7-7ADCAA14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8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099A-115A-0D99-6464-C4133D59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9BBF-01C8-75D1-B7C9-8713DAAE8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58570-A335-B1D6-3C8E-E4C943C37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0F817-62BF-2698-BCC4-73F5384A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F606E-9457-D72A-0C98-FEAEAB5B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3DF24-8340-0F7F-9B50-6A5CC6DC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5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D80D-2813-D021-AEFD-C19FC710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42546-4541-BCF2-DD7E-CF397BE1E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FEA-B509-B82E-1224-B8BF709C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022E6-0B71-C24C-EEE5-37A4845AC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E3DCA-0AC8-4F33-DE52-C4242CAB9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ACCFA-E177-CB9F-970E-1AA5797A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72E68-2C7D-25B3-F1C0-A1D38ADD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1CCD1-E7F4-2154-3CAB-C9F961AF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4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7380-F11A-AAC6-5C01-79892DBD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D00E4-40CA-049C-462C-EA7D1928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6B043-E953-CB58-247A-FF8904AD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4A0F2-0C80-08CD-6395-A5AB02DE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7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DE731-385B-6DB4-B8A8-EA068C61A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60458-CFD5-940E-21F1-E50E09C37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4DA5C-FD5C-CB1A-DA42-EA44615B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4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CC85-5DA0-13BF-1736-563434B3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0B4F-60B5-BF4B-56B6-3F4B98633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43D49-37B4-6EE5-3918-AA12EAFB6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A5BFC-6C27-FA31-8410-0A3EB1A0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9E02F-503B-F1BF-911F-C8DFB7C3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64A5E-91A1-F4CD-C675-EFB287ED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1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56ED-C273-70B8-A2C7-78E8774A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5B7C4-38FC-418C-9A77-894ED0BA1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A145A-6AEC-B70B-1386-075DF3A39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5BA61-FC2E-51DB-3525-D430A162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28C70-BAD2-9AF6-9E61-C5BBDEF9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3E732-B404-7E5A-35A1-203505B4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0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718D-63CF-C7A1-B700-9A260462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9CC07-5E16-2BE2-A294-6FFEEE29A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840A7-290C-D9C7-0DAC-6BFAC474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6798A-2A01-4897-5D7B-B99BE4B0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F64A1-D399-C2ED-C31E-BC4119F4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0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C41B1-6DBB-57C6-04C2-013E70B36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6F2DA-930B-04F6-A46F-FF3AF0BE8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B28D-6409-8CCA-D85B-5A54FA71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290E-666E-FCC1-8F3E-FB900380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4C218-CF45-8BC9-A920-79A1F3B8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0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6">
            <a:extLst>
              <a:ext uri="{FF2B5EF4-FFF2-40B4-BE49-F238E27FC236}">
                <a16:creationId xmlns:a16="http://schemas.microsoft.com/office/drawing/2014/main" id="{597971D9-8E8B-4373-A484-0FDF164EB32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12192000" cy="5486399"/>
          </a:xfrm>
          <a:prstGeom prst="rect">
            <a:avLst/>
          </a:prstGeom>
          <a:gradFill>
            <a:gsLst>
              <a:gs pos="60000">
                <a:schemeClr val="tx2"/>
              </a:gs>
              <a:gs pos="20000">
                <a:srgbClr val="652C90"/>
              </a:gs>
              <a:gs pos="100000">
                <a:srgbClr val="326196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defTabSz="914400" eaLnBrk="1" hangingPunct="1"/>
            <a:endParaRPr lang="zh-CN" altLang="en-US">
              <a:solidFill>
                <a:srgbClr val="2B166E"/>
              </a:solidFill>
              <a:latin typeface="Verdana" panose="020B0604030504040204" pitchFamily="34" charset="0"/>
              <a:ea typeface="DengXian" panose="03000509000000000000" pitchFamily="65" charset="-122"/>
            </a:endParaRPr>
          </a:p>
        </p:txBody>
      </p:sp>
      <p:pic>
        <p:nvPicPr>
          <p:cNvPr id="10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5999163"/>
            <a:ext cx="28067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642851" y="918836"/>
            <a:ext cx="10906298" cy="2261765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133600" y="3693365"/>
            <a:ext cx="7924800" cy="787806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9318625" y="6477000"/>
            <a:ext cx="2844800" cy="381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2B166E"/>
                </a:solidFill>
                <a:ea typeface="DengXian" panose="03000509000000000000" pitchFamily="65" charset="-122"/>
              </a:defRPr>
            </a:lvl1pPr>
          </a:lstStyle>
          <a:p>
            <a:endParaRPr lang="en-US" altLang="zh-CN">
              <a:solidFill>
                <a:srgbClr val="2B166E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21BFCA-E25E-22CF-BBDD-1CB3342B27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 flipH="1" flipV="1">
            <a:off x="6915423" y="5921911"/>
            <a:ext cx="1857642" cy="6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07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311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695701"/>
            <a:ext cx="10363200" cy="2073275"/>
          </a:xfrm>
        </p:spPr>
        <p:txBody>
          <a:bodyPr anchor="t"/>
          <a:lstStyle>
            <a:lvl1pPr algn="ctr">
              <a:defRPr sz="2400" b="0" cap="none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270235"/>
            <a:ext cx="10363200" cy="1425466"/>
          </a:xfrm>
        </p:spPr>
        <p:txBody>
          <a:bodyPr anchor="b"/>
          <a:lstStyle>
            <a:lvl1pPr marL="0" indent="0" algn="ctr">
              <a:buNone/>
              <a:defRPr sz="3200" b="1">
                <a:latin typeface="+mj-lt"/>
                <a:ea typeface="Verdana" panose="020B060403050404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14224-4A50-4EAD-915A-1B572A980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94AF64-FC92-4E4E-9E42-CF08351F977D}" type="slidenum">
              <a:rPr lang="en-US" altLang="zh-CN" smtClean="0"/>
              <a:pPr/>
              <a:t>‹#›</a:t>
            </a:fld>
            <a:r>
              <a:rPr lang="en-US" altLang="zh-CN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DA3FB-722F-C7E2-BF40-D965202AB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" y="6381160"/>
            <a:ext cx="1346727" cy="47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4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977030"/>
            <a:ext cx="5384800" cy="534757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77030"/>
            <a:ext cx="5384800" cy="534756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82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3270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0879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4AF64-FC92-4E4E-9E42-CF08351F977D}" type="slidenum">
              <a:rPr lang="en-US" altLang="zh-CN" smtClean="0"/>
              <a:pPr/>
              <a:t>‹#›</a:t>
            </a:fld>
            <a:r>
              <a:rPr lang="en-US" altLang="zh-CN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C4CCA-3F42-1F17-76EE-A1B3F176A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" y="6381160"/>
            <a:ext cx="1346727" cy="47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66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0F0ED6F-4B8F-423F-B8A7-8E4EA4CB2A9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white">
          <a:xfrm>
            <a:off x="126524" y="116633"/>
            <a:ext cx="8846029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DBD31C-5976-4BFC-BF15-2F8F28B1C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59772" y="6534799"/>
            <a:ext cx="820469" cy="2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charset="-122"/>
              </a:defRPr>
            </a:lvl1pPr>
          </a:lstStyle>
          <a:p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/>
              <a:t>‹#›</a:t>
            </a:fld>
            <a:endParaRPr lang="en-US" altLang="zh-CN">
              <a:solidFill>
                <a:srgbClr val="2B16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286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98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6">
            <a:extLst>
              <a:ext uri="{FF2B5EF4-FFF2-40B4-BE49-F238E27FC236}">
                <a16:creationId xmlns:a16="http://schemas.microsoft.com/office/drawing/2014/main" id="{597971D9-8E8B-4373-A484-0FDF164EB32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12192000" cy="5486399"/>
          </a:xfrm>
          <a:prstGeom prst="rect">
            <a:avLst/>
          </a:prstGeom>
          <a:gradFill>
            <a:gsLst>
              <a:gs pos="60000">
                <a:schemeClr val="tx2"/>
              </a:gs>
              <a:gs pos="20000">
                <a:srgbClr val="652C90"/>
              </a:gs>
              <a:gs pos="100000">
                <a:srgbClr val="326196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defTabSz="914400" eaLnBrk="1" hangingPunct="1"/>
            <a:endParaRPr lang="zh-CN" altLang="en-US">
              <a:solidFill>
                <a:srgbClr val="2B166E"/>
              </a:solidFill>
              <a:latin typeface="Verdana" panose="020B0604030504040204" pitchFamily="34" charset="0"/>
              <a:ea typeface="DengXian" panose="03000509000000000000" pitchFamily="65" charset="-122"/>
            </a:endParaRPr>
          </a:p>
        </p:txBody>
      </p:sp>
      <p:pic>
        <p:nvPicPr>
          <p:cNvPr id="10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5999163"/>
            <a:ext cx="28067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642851" y="918836"/>
            <a:ext cx="10906298" cy="2261765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133600" y="3693365"/>
            <a:ext cx="7924800" cy="787806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9318625" y="6477000"/>
            <a:ext cx="2844800" cy="381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2B166E"/>
                </a:solidFill>
                <a:ea typeface="DengXian" panose="03000509000000000000" pitchFamily="65" charset="-122"/>
              </a:defRPr>
            </a:lvl1pPr>
          </a:lstStyle>
          <a:p>
            <a:endParaRPr lang="en-US" altLang="zh-CN">
              <a:solidFill>
                <a:srgbClr val="2B166E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21BFCA-E25E-22CF-BBDD-1CB3342B27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 flipH="1" flipV="1">
            <a:off x="6915423" y="5921911"/>
            <a:ext cx="1857642" cy="6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51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2708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695701"/>
            <a:ext cx="10363200" cy="2073275"/>
          </a:xfrm>
        </p:spPr>
        <p:txBody>
          <a:bodyPr anchor="t"/>
          <a:lstStyle>
            <a:lvl1pPr algn="ctr">
              <a:defRPr sz="2400" b="0" cap="none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270235"/>
            <a:ext cx="10363200" cy="1425466"/>
          </a:xfrm>
        </p:spPr>
        <p:txBody>
          <a:bodyPr anchor="b"/>
          <a:lstStyle>
            <a:lvl1pPr marL="0" indent="0" algn="ctr">
              <a:buNone/>
              <a:defRPr sz="3200" b="1">
                <a:latin typeface="+mj-lt"/>
                <a:ea typeface="Verdana" panose="020B060403050404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14224-4A50-4EAD-915A-1B572A980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94AF64-FC92-4E4E-9E42-CF08351F977D}" type="slidenum">
              <a:rPr lang="en-US" altLang="zh-CN" smtClean="0"/>
              <a:pPr/>
              <a:t>‹#›</a:t>
            </a:fld>
            <a:r>
              <a:rPr lang="en-US" altLang="zh-CN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DA3FB-722F-C7E2-BF40-D965202AB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" y="6381160"/>
            <a:ext cx="1346727" cy="47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594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977030"/>
            <a:ext cx="5384800" cy="534757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77030"/>
            <a:ext cx="5384800" cy="534756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4160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0873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zh-CN">
                <a:solidFill>
                  <a:srgbClr val="2B166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7667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4AF64-FC92-4E4E-9E42-CF08351F977D}" type="slidenum">
              <a:rPr lang="en-US" altLang="zh-CN" smtClean="0"/>
              <a:pPr/>
              <a:t>‹#›</a:t>
            </a:fld>
            <a:r>
              <a:rPr lang="en-US" altLang="zh-CN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C4CCA-3F42-1F17-76EE-A1B3F176A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" y="6381160"/>
            <a:ext cx="1346727" cy="47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685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7867"/>
            <a:ext cx="11197021" cy="4459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Footer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40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0F0ED6F-4B8F-423F-B8A7-8E4EA4CB2A9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white">
          <a:xfrm>
            <a:off x="126524" y="116633"/>
            <a:ext cx="8846029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DBD31C-5976-4BFC-BF15-2F8F28B1C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59772" y="6534799"/>
            <a:ext cx="820469" cy="2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charset="-122"/>
              </a:defRPr>
            </a:lvl1pPr>
          </a:lstStyle>
          <a:p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/>
              <a:t>‹#›</a:t>
            </a:fld>
            <a:endParaRPr lang="en-US" altLang="zh-CN">
              <a:solidFill>
                <a:srgbClr val="2B16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9277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04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55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4E056-6BC1-C026-65E0-EE33A635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86D75-D546-DBD4-7274-313A03935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2B444-7B79-AFCE-4389-32900DB8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3876A2-F0B1-4785-BCCE-A398A43870B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F5E1F-A28D-DBB5-FA26-D16A1EBC7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228EF-E8E4-4106-3B6F-A44BD1C58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EE059-EB5A-4A09-8089-DEA560F0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3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6"/>
          <p:cNvSpPr>
            <a:spLocks noChangeArrowheads="1"/>
          </p:cNvSpPr>
          <p:nvPr userDrawn="1"/>
        </p:nvSpPr>
        <p:spPr bwMode="gray">
          <a:xfrm>
            <a:off x="0" y="0"/>
            <a:ext cx="12192000" cy="815975"/>
          </a:xfrm>
          <a:prstGeom prst="rect">
            <a:avLst/>
          </a:prstGeom>
          <a:gradFill>
            <a:gsLst>
              <a:gs pos="60000">
                <a:schemeClr val="tx2"/>
              </a:gs>
              <a:gs pos="20000">
                <a:srgbClr val="652C90"/>
              </a:gs>
              <a:gs pos="100000">
                <a:srgbClr val="326196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defTabSz="914400" eaLnBrk="1" hangingPunct="1"/>
            <a:endParaRPr lang="zh-CN" altLang="en-US">
              <a:solidFill>
                <a:srgbClr val="2B166E"/>
              </a:solidFill>
              <a:latin typeface="Verdana" panose="020B0604030504040204" pitchFamily="34" charset="0"/>
              <a:ea typeface="DengXian" panose="03000509000000000000" pitchFamily="65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41388"/>
            <a:ext cx="10972800" cy="538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73600" y="6515100"/>
            <a:ext cx="2844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defTabSz="914400" eaLnBrk="1" hangingPunct="1">
              <a:defRPr sz="1200" smtClean="0">
                <a:solidFill>
                  <a:srgbClr val="2B166E"/>
                </a:solidFill>
                <a:effectLst/>
                <a:latin typeface="+mj-lt"/>
                <a:ea typeface="Roboto" panose="02000000000000000000" pitchFamily="2" charset="0"/>
              </a:defRPr>
            </a:lvl1pPr>
          </a:lstStyle>
          <a:p>
            <a:fld id="{E294AF64-FC92-4E4E-9E42-CF08351F977D}" type="slidenum">
              <a:rPr lang="en-US" altLang="zh-CN" smtClean="0"/>
              <a:pPr/>
              <a:t>‹#›</a:t>
            </a:fld>
            <a:r>
              <a:rPr lang="en-US" altLang="zh-CN"/>
              <a:t> 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7620" y="115888"/>
            <a:ext cx="12176761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989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§"/>
        <a:defRPr sz="22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Tx/>
        <a:buChar char="•"/>
        <a:defRPr sz="22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Tx/>
        <a:buChar char="–"/>
        <a:defRPr sz="22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Tx/>
        <a:buChar char="»"/>
        <a:defRPr sz="20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6"/>
          <p:cNvSpPr>
            <a:spLocks noChangeArrowheads="1"/>
          </p:cNvSpPr>
          <p:nvPr userDrawn="1"/>
        </p:nvSpPr>
        <p:spPr bwMode="gray">
          <a:xfrm>
            <a:off x="0" y="0"/>
            <a:ext cx="12192000" cy="815975"/>
          </a:xfrm>
          <a:prstGeom prst="rect">
            <a:avLst/>
          </a:prstGeom>
          <a:gradFill>
            <a:gsLst>
              <a:gs pos="60000">
                <a:schemeClr val="tx2"/>
              </a:gs>
              <a:gs pos="20000">
                <a:srgbClr val="652C90"/>
              </a:gs>
              <a:gs pos="100000">
                <a:srgbClr val="326196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defTabSz="914400" eaLnBrk="1" hangingPunct="1"/>
            <a:endParaRPr lang="zh-CN" altLang="en-US">
              <a:solidFill>
                <a:srgbClr val="2B166E"/>
              </a:solidFill>
              <a:latin typeface="Verdana" panose="020B0604030504040204" pitchFamily="34" charset="0"/>
              <a:ea typeface="DengXian" panose="03000509000000000000" pitchFamily="65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41388"/>
            <a:ext cx="10972800" cy="538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73600" y="6515100"/>
            <a:ext cx="2844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defTabSz="914400" eaLnBrk="1" hangingPunct="1">
              <a:defRPr sz="1200" smtClean="0">
                <a:solidFill>
                  <a:srgbClr val="2B166E"/>
                </a:solidFill>
                <a:effectLst/>
                <a:latin typeface="+mj-lt"/>
                <a:ea typeface="Roboto" panose="02000000000000000000" pitchFamily="2" charset="0"/>
              </a:defRPr>
            </a:lvl1pPr>
          </a:lstStyle>
          <a:p>
            <a:fld id="{E294AF64-FC92-4E4E-9E42-CF08351F977D}" type="slidenum">
              <a:rPr lang="en-US" altLang="zh-CN" smtClean="0"/>
              <a:pPr/>
              <a:t>‹#›</a:t>
            </a:fld>
            <a:r>
              <a:rPr lang="en-US" altLang="zh-CN"/>
              <a:t> 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7620" y="115888"/>
            <a:ext cx="12176761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9AAD2D-9E5C-9DEC-946B-320943412A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" y="6381160"/>
            <a:ext cx="1346727" cy="47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0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Roboto" panose="02000000000000000000" pitchFamily="2" charset="0"/>
          <a:cs typeface="Roboto" panose="02000000000000000000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Tx/>
        <a:buFont typeface="Wingdings" panose="05000000000000000000" pitchFamily="2" charset="2"/>
        <a:buChar char="§"/>
        <a:defRPr sz="22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Tx/>
        <a:buChar char="•"/>
        <a:defRPr sz="22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Tx/>
        <a:buChar char="–"/>
        <a:defRPr sz="22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Tx/>
        <a:buChar char="»"/>
        <a:defRPr sz="2000">
          <a:solidFill>
            <a:srgbClr val="000000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2C4B-2B47-8B88-117B-9FCE6756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FF56-8489-DB6B-1B52-D9252FA3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function and heteroscedastic noise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E6EDF-2273-C354-4DA1-819B13F10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p:pic>
        <p:nvPicPr>
          <p:cNvPr id="6" name="圖片 4">
            <a:extLst>
              <a:ext uri="{FF2B5EF4-FFF2-40B4-BE49-F238E27FC236}">
                <a16:creationId xmlns:a16="http://schemas.microsoft.com/office/drawing/2014/main" id="{20523EBD-1D1B-4DB8-219F-C260826A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22" y="866769"/>
            <a:ext cx="9027729" cy="75117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60844EA-1F3F-4BFB-E648-11E8D4B810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839"/>
          <a:stretch/>
        </p:blipFill>
        <p:spPr>
          <a:xfrm>
            <a:off x="3604172" y="1882654"/>
            <a:ext cx="2010196" cy="40429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1614DD8-D621-0358-7731-D588C31B316D}"/>
              </a:ext>
            </a:extLst>
          </p:cNvPr>
          <p:cNvSpPr txBox="1"/>
          <p:nvPr/>
        </p:nvSpPr>
        <p:spPr>
          <a:xfrm>
            <a:off x="520127" y="1835131"/>
            <a:ext cx="333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Quantitative Variable:</a:t>
            </a: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Roboto" panose="02000000000000000000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159A9F-2DED-D49E-A52D-4CFD8EF57D62}"/>
              </a:ext>
            </a:extLst>
          </p:cNvPr>
          <p:cNvSpPr txBox="1"/>
          <p:nvPr/>
        </p:nvSpPr>
        <p:spPr>
          <a:xfrm>
            <a:off x="5838688" y="1847831"/>
            <a:ext cx="3247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Qualitative Variable:</a:t>
            </a: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Roboto" panose="02000000000000000000" pitchFamily="2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80D839-0914-D8EA-754E-E8A5ECEC24E9}"/>
              </a:ext>
            </a:extLst>
          </p:cNvPr>
          <p:cNvGrpSpPr/>
          <p:nvPr/>
        </p:nvGrpSpPr>
        <p:grpSpPr>
          <a:xfrm>
            <a:off x="8782849" y="1885931"/>
            <a:ext cx="2953088" cy="1072361"/>
            <a:chOff x="7636254" y="2719883"/>
            <a:chExt cx="2953088" cy="1072361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0ED0F0E1-7DB2-4617-F1AC-5BB41A3F95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4342"/>
            <a:stretch/>
          </p:blipFill>
          <p:spPr>
            <a:xfrm>
              <a:off x="7636254" y="2719883"/>
              <a:ext cx="2884579" cy="439469"/>
            </a:xfrm>
            <a:prstGeom prst="rect">
              <a:avLst/>
            </a:prstGeom>
          </p:spPr>
        </p:pic>
        <p:cxnSp>
          <p:nvCxnSpPr>
            <p:cNvPr id="11" name="直線單箭頭接點 11">
              <a:extLst>
                <a:ext uri="{FF2B5EF4-FFF2-40B4-BE49-F238E27FC236}">
                  <a16:creationId xmlns:a16="http://schemas.microsoft.com/office/drawing/2014/main" id="{279DF333-D5AF-E965-148F-C5DE8A18A5D7}"/>
                </a:ext>
              </a:extLst>
            </p:cNvPr>
            <p:cNvCxnSpPr>
              <a:cxnSpLocks/>
            </p:cNvCxnSpPr>
            <p:nvPr/>
          </p:nvCxnSpPr>
          <p:spPr>
            <a:xfrm>
              <a:off x="8862073" y="3186084"/>
              <a:ext cx="0" cy="22522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2">
              <a:extLst>
                <a:ext uri="{FF2B5EF4-FFF2-40B4-BE49-F238E27FC236}">
                  <a16:creationId xmlns:a16="http://schemas.microsoft.com/office/drawing/2014/main" id="{48BE6BF1-1064-0F73-3C0D-669E8E9F5380}"/>
                </a:ext>
              </a:extLst>
            </p:cNvPr>
            <p:cNvCxnSpPr>
              <a:cxnSpLocks/>
            </p:cNvCxnSpPr>
            <p:nvPr/>
          </p:nvCxnSpPr>
          <p:spPr>
            <a:xfrm>
              <a:off x="9201227" y="3186084"/>
              <a:ext cx="0" cy="22522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3">
              <a:extLst>
                <a:ext uri="{FF2B5EF4-FFF2-40B4-BE49-F238E27FC236}">
                  <a16:creationId xmlns:a16="http://schemas.microsoft.com/office/drawing/2014/main" id="{2D7D795B-B65D-7238-D2A2-1381213456CB}"/>
                </a:ext>
              </a:extLst>
            </p:cNvPr>
            <p:cNvCxnSpPr>
              <a:cxnSpLocks/>
            </p:cNvCxnSpPr>
            <p:nvPr/>
          </p:nvCxnSpPr>
          <p:spPr>
            <a:xfrm>
              <a:off x="9540381" y="3186084"/>
              <a:ext cx="0" cy="22522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4">
              <a:extLst>
                <a:ext uri="{FF2B5EF4-FFF2-40B4-BE49-F238E27FC236}">
                  <a16:creationId xmlns:a16="http://schemas.microsoft.com/office/drawing/2014/main" id="{12E3AB60-8CB1-4841-DA4A-5655692BB151}"/>
                </a:ext>
              </a:extLst>
            </p:cNvPr>
            <p:cNvCxnSpPr>
              <a:cxnSpLocks/>
            </p:cNvCxnSpPr>
            <p:nvPr/>
          </p:nvCxnSpPr>
          <p:spPr>
            <a:xfrm>
              <a:off x="9879536" y="3186084"/>
              <a:ext cx="0" cy="22522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5">
              <a:extLst>
                <a:ext uri="{FF2B5EF4-FFF2-40B4-BE49-F238E27FC236}">
                  <a16:creationId xmlns:a16="http://schemas.microsoft.com/office/drawing/2014/main" id="{80D755BD-6E54-0753-92B7-FC6DA9CC46C7}"/>
                </a:ext>
              </a:extLst>
            </p:cNvPr>
            <p:cNvCxnSpPr>
              <a:cxnSpLocks/>
            </p:cNvCxnSpPr>
            <p:nvPr/>
          </p:nvCxnSpPr>
          <p:spPr>
            <a:xfrm>
              <a:off x="10218690" y="3186084"/>
              <a:ext cx="0" cy="22522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6">
              <a:extLst>
                <a:ext uri="{FF2B5EF4-FFF2-40B4-BE49-F238E27FC236}">
                  <a16:creationId xmlns:a16="http://schemas.microsoft.com/office/drawing/2014/main" id="{AB0D1E00-FE3E-713F-596E-E7D25D210DD6}"/>
                </a:ext>
              </a:extLst>
            </p:cNvPr>
            <p:cNvSpPr txBox="1"/>
            <p:nvPr/>
          </p:nvSpPr>
          <p:spPr>
            <a:xfrm>
              <a:off x="8613588" y="3420893"/>
              <a:ext cx="596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15</a:t>
              </a: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Roboto" panose="02000000000000000000" pitchFamily="2" charset="0"/>
              </a:endParaRPr>
            </a:p>
          </p:txBody>
        </p:sp>
        <p:sp>
          <p:nvSpPr>
            <p:cNvPr id="17" name="文字方塊 17">
              <a:extLst>
                <a:ext uri="{FF2B5EF4-FFF2-40B4-BE49-F238E27FC236}">
                  <a16:creationId xmlns:a16="http://schemas.microsoft.com/office/drawing/2014/main" id="{0F49D36F-1287-5A28-A164-29660220015A}"/>
                </a:ext>
              </a:extLst>
            </p:cNvPr>
            <p:cNvSpPr txBox="1"/>
            <p:nvPr/>
          </p:nvSpPr>
          <p:spPr>
            <a:xfrm>
              <a:off x="9069353" y="3420893"/>
              <a:ext cx="429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</a:t>
              </a: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Roboto" panose="02000000000000000000" pitchFamily="2" charset="0"/>
              </a:endParaRPr>
            </a:p>
          </p:txBody>
        </p:sp>
        <p:sp>
          <p:nvSpPr>
            <p:cNvPr id="18" name="文字方塊 18">
              <a:extLst>
                <a:ext uri="{FF2B5EF4-FFF2-40B4-BE49-F238E27FC236}">
                  <a16:creationId xmlns:a16="http://schemas.microsoft.com/office/drawing/2014/main" id="{C4270A57-BB0F-A982-9533-99C61AE21ABF}"/>
                </a:ext>
              </a:extLst>
            </p:cNvPr>
            <p:cNvSpPr txBox="1"/>
            <p:nvPr/>
          </p:nvSpPr>
          <p:spPr>
            <a:xfrm>
              <a:off x="9386649" y="3420893"/>
              <a:ext cx="429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8</a:t>
              </a: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Roboto" panose="02000000000000000000" pitchFamily="2" charset="0"/>
              </a:endParaRPr>
            </a:p>
          </p:txBody>
        </p:sp>
        <p:sp>
          <p:nvSpPr>
            <p:cNvPr id="19" name="文字方塊 19">
              <a:extLst>
                <a:ext uri="{FF2B5EF4-FFF2-40B4-BE49-F238E27FC236}">
                  <a16:creationId xmlns:a16="http://schemas.microsoft.com/office/drawing/2014/main" id="{CCB37C4D-344D-C72A-DA48-125470E09D74}"/>
                </a:ext>
              </a:extLst>
            </p:cNvPr>
            <p:cNvSpPr txBox="1"/>
            <p:nvPr/>
          </p:nvSpPr>
          <p:spPr>
            <a:xfrm>
              <a:off x="9729381" y="3420893"/>
              <a:ext cx="429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0</a:t>
              </a: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Roboto" panose="02000000000000000000" pitchFamily="2" charset="0"/>
              </a:endParaRPr>
            </a:p>
          </p:txBody>
        </p:sp>
        <p:sp>
          <p:nvSpPr>
            <p:cNvPr id="20" name="文字方塊 20">
              <a:extLst>
                <a:ext uri="{FF2B5EF4-FFF2-40B4-BE49-F238E27FC236}">
                  <a16:creationId xmlns:a16="http://schemas.microsoft.com/office/drawing/2014/main" id="{06DDCAAF-CE12-061C-8564-129B031799EA}"/>
                </a:ext>
              </a:extLst>
            </p:cNvPr>
            <p:cNvSpPr txBox="1"/>
            <p:nvPr/>
          </p:nvSpPr>
          <p:spPr>
            <a:xfrm>
              <a:off x="9992994" y="3422912"/>
              <a:ext cx="596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10</a:t>
              </a:r>
              <a:endPara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Roboto" panose="02000000000000000000" pitchFamily="2" charset="0"/>
              </a:endParaRPr>
            </a:p>
          </p:txBody>
        </p:sp>
      </p:grpSp>
      <p:sp>
        <p:nvSpPr>
          <p:cNvPr id="21" name="文字方塊 21">
            <a:extLst>
              <a:ext uri="{FF2B5EF4-FFF2-40B4-BE49-F238E27FC236}">
                <a16:creationId xmlns:a16="http://schemas.microsoft.com/office/drawing/2014/main" id="{D74BC571-9E1B-9E19-84FD-A2F6C2ED3C6E}"/>
              </a:ext>
            </a:extLst>
          </p:cNvPr>
          <p:cNvSpPr txBox="1"/>
          <p:nvPr/>
        </p:nvSpPr>
        <p:spPr>
          <a:xfrm>
            <a:off x="520127" y="2765719"/>
            <a:ext cx="445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Training samples be like:</a:t>
            </a: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4D461-17A5-70C8-11DC-C8578EFF000C}"/>
              </a:ext>
            </a:extLst>
          </p:cNvPr>
          <p:cNvSpPr txBox="1"/>
          <p:nvPr/>
        </p:nvSpPr>
        <p:spPr>
          <a:xfrm>
            <a:off x="520127" y="1022399"/>
            <a:ext cx="222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True function: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137B19A-8289-2EDB-B23B-E5D134B00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349" y="2792392"/>
            <a:ext cx="3888731" cy="4083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176697-9A19-2390-DEA1-ED2264199FB2}"/>
                  </a:ext>
                </a:extLst>
              </p:cNvPr>
              <p:cNvSpPr txBox="1"/>
              <p:nvPr/>
            </p:nvSpPr>
            <p:spPr>
              <a:xfrm>
                <a:off x="8254086" y="2831377"/>
                <a:ext cx="3398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⋯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176697-9A19-2390-DEA1-ED2264199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086" y="2831377"/>
                <a:ext cx="339837" cy="369332"/>
              </a:xfrm>
              <a:prstGeom prst="rect">
                <a:avLst/>
              </a:prstGeom>
              <a:blipFill>
                <a:blip r:embed="rId5"/>
                <a:stretch>
                  <a:fillRect l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Graphic 26">
            <a:extLst>
              <a:ext uri="{FF2B5EF4-FFF2-40B4-BE49-F238E27FC236}">
                <a16:creationId xmlns:a16="http://schemas.microsoft.com/office/drawing/2014/main" id="{F102E78B-D3BA-CD36-4E7D-5F54EFFDB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9986" y="4149061"/>
            <a:ext cx="6355598" cy="7988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E62F0-115F-3435-EBE4-C4FC6912BE45}"/>
                  </a:ext>
                </a:extLst>
              </p:cNvPr>
              <p:cNvSpPr txBox="1"/>
              <p:nvPr/>
            </p:nvSpPr>
            <p:spPr>
              <a:xfrm>
                <a:off x="802839" y="4976150"/>
                <a:ext cx="107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∈{10.0, 7.0, 9.0, 5.0, 12.0}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rPr>
                  <a:t> corresponds to the qualitative levels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E62F0-115F-3435-EBE4-C4FC6912B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39" y="4976150"/>
                <a:ext cx="10723513" cy="461665"/>
              </a:xfrm>
              <a:prstGeom prst="rect">
                <a:avLst/>
              </a:prstGeom>
              <a:blipFill>
                <a:blip r:embed="rId7"/>
                <a:stretch>
                  <a:fillRect l="-910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Graphic 28">
            <a:extLst>
              <a:ext uri="{FF2B5EF4-FFF2-40B4-BE49-F238E27FC236}">
                <a16:creationId xmlns:a16="http://schemas.microsoft.com/office/drawing/2014/main" id="{A6E423C2-B57B-57EC-CFDC-E9D3BAD18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735" y="5803525"/>
            <a:ext cx="9380896" cy="407865"/>
          </a:xfrm>
          <a:prstGeom prst="rect">
            <a:avLst/>
          </a:prstGeom>
        </p:spPr>
      </p:pic>
      <p:sp>
        <p:nvSpPr>
          <p:cNvPr id="32" name="文字方塊 21">
            <a:extLst>
              <a:ext uri="{FF2B5EF4-FFF2-40B4-BE49-F238E27FC236}">
                <a16:creationId xmlns:a16="http://schemas.microsoft.com/office/drawing/2014/main" id="{34E67024-D37F-CC36-AE74-73F1A17636C8}"/>
              </a:ext>
            </a:extLst>
          </p:cNvPr>
          <p:cNvSpPr txBox="1"/>
          <p:nvPr/>
        </p:nvSpPr>
        <p:spPr>
          <a:xfrm>
            <a:off x="520127" y="3570333"/>
            <a:ext cx="445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Heteroscedastic noise model:</a:t>
            </a: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2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5C20-E812-EF4D-D80E-7EF7B219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 Case Study on a Test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A9190-0A5C-AB00-5E2D-8F21F0210B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" y="1036638"/>
                <a:ext cx="10972800" cy="5383212"/>
              </a:xfrm>
            </p:spPr>
            <p:txBody>
              <a:bodyPr/>
              <a:lstStyle/>
              <a:p>
                <a:r>
                  <a:rPr lang="en-US" sz="2000"/>
                  <a:t>Acquisition functions (12 chosen):</a:t>
                </a:r>
              </a:p>
              <a:p>
                <a:pPr lvl="1"/>
                <a:r>
                  <a:rPr lang="en-US" sz="2000"/>
                  <a:t>UCB/LCB</a:t>
                </a:r>
              </a:p>
              <a:p>
                <a:pPr lvl="1"/>
                <a:r>
                  <a:rPr lang="en-US" sz="2000"/>
                  <a:t>Probability Improvement (PI)</a:t>
                </a:r>
              </a:p>
              <a:p>
                <a:pPr lvl="1"/>
                <a:r>
                  <a:rPr lang="en-US" sz="2000"/>
                  <a:t>Standard EI</a:t>
                </a:r>
              </a:p>
              <a:p>
                <a:pPr lvl="1"/>
                <a:r>
                  <a:rPr lang="en-US" sz="2000"/>
                  <a:t>HAEI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/>
                  <a:t>) </a:t>
                </a:r>
                <a:br>
                  <a:rPr lang="en-US" sz="2000"/>
                </a:br>
                <a:r>
                  <a:rPr lang="en-US" sz="2000"/>
                  <a:t>gamma ↑  -&gt; HAEI avoids aleatoric noise more strongly</a:t>
                </a:r>
              </a:p>
              <a:p>
                <a:pPr lvl="1"/>
                <a:r>
                  <a:rPr lang="en-US" sz="2000"/>
                  <a:t>ANPEI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=0.2, 0.5, 0.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/>
                  <a:t>)</a:t>
                </a:r>
              </a:p>
              <a:p>
                <a:pPr lvl="1"/>
                <a:r>
                  <a:rPr lang="en-US" sz="2000"/>
                  <a:t>RAHBO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=0.1, 0.5, 1, 2,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5, 10</m:t>
                    </m:r>
                  </m:oMath>
                </a14:m>
                <a:r>
                  <a:rPr lang="en-US" sz="2000"/>
                  <a:t>)</a:t>
                </a:r>
                <a:br>
                  <a:rPr lang="en-US" sz="2000"/>
                </a:br>
                <a:r>
                  <a:rPr lang="en-US" sz="2000"/>
                  <a:t>alpha ↑  -&gt; RAHBO penalizes variance more strongly</a:t>
                </a:r>
              </a:p>
              <a:p>
                <a:r>
                  <a:rPr lang="en-US" sz="2000"/>
                  <a:t>Experimental setup sensitivity</a:t>
                </a:r>
              </a:p>
              <a:p>
                <a:pPr lvl="1"/>
                <a:r>
                  <a:rPr lang="en-US" sz="2000" err="1"/>
                  <a:t>n_rep_list</a:t>
                </a:r>
                <a:r>
                  <a:rPr lang="en-US" sz="2000"/>
                  <a:t> = [3, 5, 10]; </a:t>
                </a:r>
              </a:p>
              <a:p>
                <a:pPr lvl="1"/>
                <a:r>
                  <a:rPr lang="en-US" sz="2000"/>
                  <a:t>30 iterations on the BO loop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A9190-0A5C-AB00-5E2D-8F21F0210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1036638"/>
                <a:ext cx="10972800" cy="5383212"/>
              </a:xfrm>
              <a:blipFill>
                <a:blip r:embed="rId2"/>
                <a:stretch>
                  <a:fillRect l="-500" t="-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FCAE5-5768-27C2-8D5F-25F38BE16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F2C27B-BC26-3301-54AF-A80B2E346D9F}"/>
              </a:ext>
            </a:extLst>
          </p:cNvPr>
          <p:cNvGrpSpPr/>
          <p:nvPr/>
        </p:nvGrpSpPr>
        <p:grpSpPr>
          <a:xfrm>
            <a:off x="8081273" y="1312842"/>
            <a:ext cx="3977377" cy="1510427"/>
            <a:chOff x="7812331" y="4094142"/>
            <a:chExt cx="3977377" cy="15104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2B42BDB-A7C5-0538-0CEB-2BF6D053801A}"/>
                    </a:ext>
                  </a:extLst>
                </p:cNvPr>
                <p:cNvSpPr txBox="1"/>
                <p:nvPr/>
              </p:nvSpPr>
              <p:spPr>
                <a:xfrm>
                  <a:off x="7908003" y="4633912"/>
                  <a:ext cx="388170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281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12×3×30=1080</m:t>
                      </m:r>
                    </m:oMath>
                  </a14:m>
                  <a:r>
                    <a:rPr kumimoji="0" 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+mn-ea"/>
                      <a:cs typeface="+mn-cs"/>
                    </a:rPr>
                    <a:t> runs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2B42BDB-A7C5-0538-0CEB-2BF6D0538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8003" y="4633912"/>
                  <a:ext cx="3881705" cy="430887"/>
                </a:xfrm>
                <a:prstGeom prst="rect">
                  <a:avLst/>
                </a:prstGeom>
                <a:blipFill>
                  <a:blip r:embed="rId3"/>
                  <a:stretch>
                    <a:fillRect t="-25352" r="-5024" b="-47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0FBAD7-0F15-7C5E-70EA-4E513631359B}"/>
                </a:ext>
              </a:extLst>
            </p:cNvPr>
            <p:cNvSpPr txBox="1"/>
            <p:nvPr/>
          </p:nvSpPr>
          <p:spPr>
            <a:xfrm>
              <a:off x="8482707" y="5204459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rPr>
                <a:t>n_rep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2FCBF9-B1AB-02F9-D04C-C177D80577D5}"/>
                </a:ext>
              </a:extLst>
            </p:cNvPr>
            <p:cNvSpPr txBox="1"/>
            <p:nvPr/>
          </p:nvSpPr>
          <p:spPr>
            <a:xfrm>
              <a:off x="8962993" y="4094142"/>
              <a:ext cx="11240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rPr>
                <a:t>n_seeds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B40607-C363-44E1-553C-034A85DFEE35}"/>
                </a:ext>
              </a:extLst>
            </p:cNvPr>
            <p:cNvSpPr txBox="1"/>
            <p:nvPr/>
          </p:nvSpPr>
          <p:spPr>
            <a:xfrm>
              <a:off x="7812331" y="4094142"/>
              <a:ext cx="6703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rPr>
                <a:t>n_af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EBC2905-5A2C-01E1-258C-E480C1A8D392}"/>
                </a:ext>
              </a:extLst>
            </p:cNvPr>
            <p:cNvCxnSpPr>
              <a:endCxn id="8" idx="2"/>
            </p:cNvCxnSpPr>
            <p:nvPr/>
          </p:nvCxnSpPr>
          <p:spPr>
            <a:xfrm flipV="1">
              <a:off x="8147519" y="4494252"/>
              <a:ext cx="0" cy="139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F533E33-B83D-F1F6-5610-14CE7B32C947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8886824" y="5064799"/>
              <a:ext cx="1" cy="139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C19019-4A79-CFE2-4391-64E330D065B4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9525005" y="4494252"/>
              <a:ext cx="1" cy="1507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hape 3">
            <a:extLst>
              <a:ext uri="{FF2B5EF4-FFF2-40B4-BE49-F238E27FC236}">
                <a16:creationId xmlns:a16="http://schemas.microsoft.com/office/drawing/2014/main" id="{F6B1506F-8AF9-CB14-B9CF-9B999BB7F400}"/>
              </a:ext>
            </a:extLst>
          </p:cNvPr>
          <p:cNvSpPr/>
          <p:nvPr/>
        </p:nvSpPr>
        <p:spPr>
          <a:xfrm>
            <a:off x="838200" y="7369756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4A2C7A"/>
          </a:solidFill>
          <a:ln/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E7E5012-4B87-AFD0-2B96-2FAC2B8AF58F}"/>
              </a:ext>
            </a:extLst>
          </p:cNvPr>
          <p:cNvSpPr/>
          <p:nvPr/>
        </p:nvSpPr>
        <p:spPr>
          <a:xfrm>
            <a:off x="838200" y="7369756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 the 5-level</a:t>
            </a:r>
            <a:endParaRPr lang="en-US" sz="14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categorical variable</a:t>
            </a:r>
            <a:endParaRPr lang="en-US" sz="14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6F79EB8-5879-5D0C-9144-B08899F2374C}"/>
              </a:ext>
            </a:extLst>
          </p:cNvPr>
          <p:cNvSpPr/>
          <p:nvPr/>
        </p:nvSpPr>
        <p:spPr>
          <a:xfrm>
            <a:off x="3467100" y="8230054"/>
            <a:ext cx="0" cy="201168"/>
          </a:xfrm>
          <a:prstGeom prst="line">
            <a:avLst/>
          </a:prstGeom>
          <a:noFill/>
          <a:ln w="19050">
            <a:solidFill>
              <a:srgbClr val="D8D0EC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B50101B4-D4DE-E4F0-20EA-688FD2AFE42D}"/>
              </a:ext>
            </a:extLst>
          </p:cNvPr>
          <p:cNvSpPr/>
          <p:nvPr/>
        </p:nvSpPr>
        <p:spPr>
          <a:xfrm>
            <a:off x="838200" y="8540188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3BDB876D-7C84-15B6-58BD-8105FB0C9729}"/>
              </a:ext>
            </a:extLst>
          </p:cNvPr>
          <p:cNvSpPr/>
          <p:nvPr/>
        </p:nvSpPr>
        <p:spPr>
          <a:xfrm>
            <a:off x="1039368" y="8759644"/>
            <a:ext cx="237744" cy="23774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CC31551-2F6B-4B0E-573F-A5A0FE7DBA64}"/>
              </a:ext>
            </a:extLst>
          </p:cNvPr>
          <p:cNvSpPr/>
          <p:nvPr/>
        </p:nvSpPr>
        <p:spPr>
          <a:xfrm>
            <a:off x="1405128" y="866820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LVGP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C59C9C5-2EF4-58AE-BB4D-F7E57FA0CB21}"/>
              </a:ext>
            </a:extLst>
          </p:cNvPr>
          <p:cNvSpPr/>
          <p:nvPr/>
        </p:nvSpPr>
        <p:spPr>
          <a:xfrm>
            <a:off x="1405128" y="899738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One latent-variable GP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2F6FB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Shares, learned latent space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MATLAB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783E4F9B-EB82-EC32-300D-6F647B73E528}"/>
              </a:ext>
            </a:extLst>
          </p:cNvPr>
          <p:cNvSpPr/>
          <p:nvPr/>
        </p:nvSpPr>
        <p:spPr>
          <a:xfrm>
            <a:off x="838200" y="9902644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0B1402EA-40C9-8B4F-9C9E-24EA1CDA8CA9}"/>
              </a:ext>
            </a:extLst>
          </p:cNvPr>
          <p:cNvSpPr/>
          <p:nvPr/>
        </p:nvSpPr>
        <p:spPr>
          <a:xfrm>
            <a:off x="1039368" y="10122100"/>
            <a:ext cx="237744" cy="237744"/>
          </a:xfrm>
          <a:prstGeom prst="ellipse">
            <a:avLst/>
          </a:prstGeom>
          <a:solidFill>
            <a:srgbClr val="2E9E5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1CAB5701-E608-CB6D-180E-93310EB332E6}"/>
              </a:ext>
            </a:extLst>
          </p:cNvPr>
          <p:cNvSpPr/>
          <p:nvPr/>
        </p:nvSpPr>
        <p:spPr>
          <a:xfrm>
            <a:off x="1405128" y="100306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Per-category 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16BF9CEB-6E51-3A7A-5515-690FE68B5123}"/>
              </a:ext>
            </a:extLst>
          </p:cNvPr>
          <p:cNvSpPr/>
          <p:nvPr/>
        </p:nvSpPr>
        <p:spPr>
          <a:xfrm>
            <a:off x="1405128" y="1035984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 independent GPs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2E9E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sharing across categories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 err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botorch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AD3322A4-CADB-2BD9-A21D-35CD881F097C}"/>
              </a:ext>
            </a:extLst>
          </p:cNvPr>
          <p:cNvSpPr/>
          <p:nvPr/>
        </p:nvSpPr>
        <p:spPr>
          <a:xfrm>
            <a:off x="838200" y="11265100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525D3C13-B9B3-FD04-BBA7-E4540BA5F41A}"/>
              </a:ext>
            </a:extLst>
          </p:cNvPr>
          <p:cNvSpPr/>
          <p:nvPr/>
        </p:nvSpPr>
        <p:spPr>
          <a:xfrm>
            <a:off x="1039368" y="11484556"/>
            <a:ext cx="237744" cy="237744"/>
          </a:xfrm>
          <a:prstGeom prst="ellipse">
            <a:avLst/>
          </a:prstGeom>
          <a:solidFill>
            <a:srgbClr val="C9463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47038F2C-9647-99BE-F809-DBE746F898DA}"/>
              </a:ext>
            </a:extLst>
          </p:cNvPr>
          <p:cNvSpPr/>
          <p:nvPr/>
        </p:nvSpPr>
        <p:spPr>
          <a:xfrm>
            <a:off x="1405128" y="1139311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Categorical 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B9F70C4-02D4-6B6A-EF23-A5F90797EA91}"/>
              </a:ext>
            </a:extLst>
          </p:cNvPr>
          <p:cNvSpPr/>
          <p:nvPr/>
        </p:nvSpPr>
        <p:spPr>
          <a:xfrm>
            <a:off x="1405128" y="117223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MixedSingleTaskGP + CategoricalKernel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C946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Shares categorical kernel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 err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botorch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424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3F49-6A64-8A64-F75B-6FE607FD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20C17F4-38C1-DD7E-01B4-AE24302EA058}"/>
              </a:ext>
            </a:extLst>
          </p:cNvPr>
          <p:cNvSpPr/>
          <p:nvPr/>
        </p:nvSpPr>
        <p:spPr>
          <a:xfrm>
            <a:off x="609600" y="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Initial DOE across </a:t>
            </a:r>
            <a:r>
              <a:rPr kumimoji="0" lang="en-US" sz="35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 runs</a:t>
            </a: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8769B2-674C-A685-AF31-89F4568B80DB}"/>
                  </a:ext>
                </a:extLst>
              </p:cNvPr>
              <p:cNvSpPr txBox="1"/>
              <p:nvPr/>
            </p:nvSpPr>
            <p:spPr>
              <a:xfrm>
                <a:off x="3048930" y="6250088"/>
                <a:ext cx="6094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342F2E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true minimum =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342F2E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0.465.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  <m:sup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</m:sup>
                    </m:sSubSup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42F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 </m:t>
                    </m:r>
                    <m:r>
                      <a: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42F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</m:oMath>
                </a14:m>
                <a:endParaRPr kumimoji="0" lang="en-US" sz="1800" b="1" i="1" u="none" strike="noStrike" kern="1200" cap="none" spc="0" normalizeH="0" baseline="0" noProof="0">
                  <a:ln>
                    <a:noFill/>
                  </a:ln>
                  <a:solidFill>
                    <a:srgbClr val="342F2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8769B2-674C-A685-AF31-89F4568B8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30" y="6250088"/>
                <a:ext cx="609414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4DC4014-60F7-7C85-1F6D-93C3D978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6" y="1623224"/>
            <a:ext cx="7457021" cy="46268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365F00-9588-B6D5-0080-9C5718E18DBE}"/>
              </a:ext>
            </a:extLst>
          </p:cNvPr>
          <p:cNvSpPr/>
          <p:nvPr/>
        </p:nvSpPr>
        <p:spPr>
          <a:xfrm>
            <a:off x="1504950" y="1048064"/>
            <a:ext cx="5372100" cy="411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Previous DOE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50948-4E8D-C5D6-1857-44A925646201}"/>
              </a:ext>
            </a:extLst>
          </p:cNvPr>
          <p:cNvSpPr txBox="1"/>
          <p:nvPr/>
        </p:nvSpPr>
        <p:spPr>
          <a:xfrm>
            <a:off x="1295400" y="1068477"/>
            <a:ext cx="6096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New DOE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CD6878-3185-1A53-CC3F-1904B2C74CFC}"/>
              </a:ext>
            </a:extLst>
          </p:cNvPr>
          <p:cNvSpPr/>
          <p:nvPr/>
        </p:nvSpPr>
        <p:spPr>
          <a:xfrm>
            <a:off x="8420100" y="1604174"/>
            <a:ext cx="3381375" cy="2577301"/>
          </a:xfrm>
          <a:prstGeom prst="roundRect">
            <a:avLst>
              <a:gd name="adj" fmla="val 84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4AB00-E6DF-156F-660A-0D16765BD32E}"/>
              </a:ext>
            </a:extLst>
          </p:cNvPr>
          <p:cNvSpPr txBox="1"/>
          <p:nvPr/>
        </p:nvSpPr>
        <p:spPr>
          <a:xfrm>
            <a:off x="8686800" y="1866900"/>
            <a:ext cx="289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We decided to change the initial DOE since in the previous one, one of the samples was very close to the minimum value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9FF7AA-0045-36F9-E4D3-3AA9DE1145D8}"/>
              </a:ext>
            </a:extLst>
          </p:cNvPr>
          <p:cNvSpPr/>
          <p:nvPr/>
        </p:nvSpPr>
        <p:spPr>
          <a:xfrm>
            <a:off x="2194560" y="3210560"/>
            <a:ext cx="854370" cy="9709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8D30B-42EA-F3FD-B80C-C1BB8BCDA9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92"/>
          <a:stretch>
            <a:fillRect/>
          </a:stretch>
        </p:blipFill>
        <p:spPr>
          <a:xfrm>
            <a:off x="0" y="1623224"/>
            <a:ext cx="7921313" cy="462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2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9178-4AE6-D675-BEBF-934F564C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C38A8E-463D-E3E3-5F44-C1BAC654770E}"/>
              </a:ext>
            </a:extLst>
          </p:cNvPr>
          <p:cNvSpPr/>
          <p:nvPr/>
        </p:nvSpPr>
        <p:spPr>
          <a:xfrm>
            <a:off x="609600" y="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(in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) evaluated on the ground truth, log scale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1184E981-36AC-A0A4-088F-EA421B1E1D2B}"/>
              </a:ext>
            </a:extLst>
          </p:cNvPr>
          <p:cNvSpPr/>
          <p:nvPr/>
        </p:nvSpPr>
        <p:spPr>
          <a:xfrm>
            <a:off x="11216640" y="6035040"/>
            <a:ext cx="3657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FEBC2-F0B1-EC2B-81B6-D4ADBCE1C9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44"/>
          <a:stretch>
            <a:fillRect/>
          </a:stretch>
        </p:blipFill>
        <p:spPr>
          <a:xfrm>
            <a:off x="38100" y="851697"/>
            <a:ext cx="12115800" cy="284615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5A595E-BCFF-2394-3367-9564B333D004}"/>
              </a:ext>
            </a:extLst>
          </p:cNvPr>
          <p:cNvSpPr/>
          <p:nvPr/>
        </p:nvSpPr>
        <p:spPr>
          <a:xfrm>
            <a:off x="419100" y="4071149"/>
            <a:ext cx="3381375" cy="2577301"/>
          </a:xfrm>
          <a:prstGeom prst="roundRect">
            <a:avLst>
              <a:gd name="adj" fmla="val 84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F1FDC-4997-044A-18BC-E6ED7C76F02E}"/>
              </a:ext>
            </a:extLst>
          </p:cNvPr>
          <p:cNvSpPr txBox="1"/>
          <p:nvPr/>
        </p:nvSpPr>
        <p:spPr>
          <a:xfrm>
            <a:off x="685800" y="4333875"/>
            <a:ext cx="289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When we do 3 replicates all the acquisitions manage to decrease by ~2 orders of magnitude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0CF940-B9E4-09D4-128A-E399BEA7FEFE}"/>
              </a:ext>
            </a:extLst>
          </p:cNvPr>
          <p:cNvSpPr/>
          <p:nvPr/>
        </p:nvSpPr>
        <p:spPr>
          <a:xfrm>
            <a:off x="4067175" y="4061624"/>
            <a:ext cx="3381375" cy="2577301"/>
          </a:xfrm>
          <a:prstGeom prst="roundRect">
            <a:avLst>
              <a:gd name="adj" fmla="val 84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60443-1B0F-65CE-6BC6-90758655FFD2}"/>
              </a:ext>
            </a:extLst>
          </p:cNvPr>
          <p:cNvSpPr txBox="1"/>
          <p:nvPr/>
        </p:nvSpPr>
        <p:spPr>
          <a:xfrm>
            <a:off x="4333875" y="432435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Having &gt;=5 make that some acquisitions improve by one more order of magnitude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49F3A4-5DD9-C132-46DD-4161854360B0}"/>
              </a:ext>
            </a:extLst>
          </p:cNvPr>
          <p:cNvGraphicFramePr>
            <a:graphicFrameLocks noGrp="1"/>
          </p:cNvGraphicFramePr>
          <p:nvPr/>
        </p:nvGraphicFramePr>
        <p:xfrm>
          <a:off x="7937500" y="4112024"/>
          <a:ext cx="3530600" cy="2476500"/>
        </p:xfrm>
        <a:graphic>
          <a:graphicData uri="http://schemas.openxmlformats.org/drawingml/2006/table">
            <a:tbl>
              <a:tblPr/>
              <a:tblGrid>
                <a:gridCol w="1584650">
                  <a:extLst>
                    <a:ext uri="{9D8B030D-6E8A-4147-A177-3AD203B41FA5}">
                      <a16:colId xmlns:a16="http://schemas.microsoft.com/office/drawing/2014/main" val="2485954089"/>
                    </a:ext>
                  </a:extLst>
                </a:gridCol>
                <a:gridCol w="751124">
                  <a:extLst>
                    <a:ext uri="{9D8B030D-6E8A-4147-A177-3AD203B41FA5}">
                      <a16:colId xmlns:a16="http://schemas.microsoft.com/office/drawing/2014/main" val="2936859799"/>
                    </a:ext>
                  </a:extLst>
                </a:gridCol>
                <a:gridCol w="595828">
                  <a:extLst>
                    <a:ext uri="{9D8B030D-6E8A-4147-A177-3AD203B41FA5}">
                      <a16:colId xmlns:a16="http://schemas.microsoft.com/office/drawing/2014/main" val="2770202087"/>
                    </a:ext>
                  </a:extLst>
                </a:gridCol>
                <a:gridCol w="598998">
                  <a:extLst>
                    <a:ext uri="{9D8B030D-6E8A-4147-A177-3AD203B41FA5}">
                      <a16:colId xmlns:a16="http://schemas.microsoft.com/office/drawing/2014/main" val="99607979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1783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LCB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1358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93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8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464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C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391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HAEI(γ=0.5)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C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708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HAEI(γ=1)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92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HAEI(γ=5)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D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62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ANPEI(β=0.2)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1.5829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928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ANPEI(β=0.5)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680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ANPEI(β=0.8)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C2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131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RAHBO(α=0.5)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692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RAHBO(α=1)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9646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RAHBO(α=5)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26986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1917002-7EA4-048F-EF96-100AC906E1CC}"/>
              </a:ext>
            </a:extLst>
          </p:cNvPr>
          <p:cNvSpPr txBox="1"/>
          <p:nvPr/>
        </p:nvSpPr>
        <p:spPr>
          <a:xfrm>
            <a:off x="7939087" y="3747623"/>
            <a:ext cx="3676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Table from 10 repeated samples, final value</a:t>
            </a: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6479EC06-226F-DE25-D9ED-6B019C97F784}"/>
              </a:ext>
            </a:extLst>
          </p:cNvPr>
          <p:cNvSpPr/>
          <p:nvPr/>
        </p:nvSpPr>
        <p:spPr>
          <a:xfrm>
            <a:off x="11544300" y="3000376"/>
            <a:ext cx="295275" cy="97155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2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A7FD-829D-B16E-EE45-64406D6F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1A3463D-7F67-59B3-100D-EEE37254FD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08"/>
          <a:stretch>
            <a:fillRect/>
          </a:stretch>
        </p:blipFill>
        <p:spPr>
          <a:xfrm>
            <a:off x="962028" y="1347426"/>
            <a:ext cx="10668000" cy="2512699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4CD86F39-AF30-E052-12B6-7BB2E100B992}"/>
              </a:ext>
            </a:extLst>
          </p:cNvPr>
          <p:cNvSpPr/>
          <p:nvPr/>
        </p:nvSpPr>
        <p:spPr>
          <a:xfrm>
            <a:off x="609600" y="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Variance on the best point vs iteration</a:t>
            </a: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9B4A1-17EB-5930-739E-A93A62B8E4E9}"/>
              </a:ext>
            </a:extLst>
          </p:cNvPr>
          <p:cNvSpPr txBox="1"/>
          <p:nvPr/>
        </p:nvSpPr>
        <p:spPr>
          <a:xfrm>
            <a:off x="1323973" y="945118"/>
            <a:ext cx="4495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true minimum: x2=2 X1=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0.465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σ²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= 1.41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800" b="1" i="1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166F8D-4ABE-3697-F276-B08E10634038}"/>
              </a:ext>
            </a:extLst>
          </p:cNvPr>
          <p:cNvSpPr txBox="1"/>
          <p:nvPr/>
        </p:nvSpPr>
        <p:spPr>
          <a:xfrm>
            <a:off x="6648452" y="9451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Smaller possible variance: x2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4, x1=0, σ²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= 0.46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667212-E8C0-78C6-DE1B-413364334CA4}"/>
              </a:ext>
            </a:extLst>
          </p:cNvPr>
          <p:cNvSpPr/>
          <p:nvPr/>
        </p:nvSpPr>
        <p:spPr>
          <a:xfrm>
            <a:off x="419100" y="4135752"/>
            <a:ext cx="3381375" cy="2512698"/>
          </a:xfrm>
          <a:prstGeom prst="roundRect">
            <a:avLst>
              <a:gd name="adj" fmla="val 84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3FC61-D4EA-599D-89AC-1698C8BF2690}"/>
              </a:ext>
            </a:extLst>
          </p:cNvPr>
          <p:cNvSpPr txBox="1"/>
          <p:nvPr/>
        </p:nvSpPr>
        <p:spPr>
          <a:xfrm>
            <a:off x="676274" y="4238625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For some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acq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 σ² stuck high (10-40), the best point it ever visited is way out at extreme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D036B0-E268-FE7F-A9A0-585664460E30}"/>
              </a:ext>
            </a:extLst>
          </p:cNvPr>
          <p:cNvSpPr/>
          <p:nvPr/>
        </p:nvSpPr>
        <p:spPr>
          <a:xfrm>
            <a:off x="3857624" y="1658893"/>
            <a:ext cx="419100" cy="6842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541E457-2EDA-B9B7-F325-D71DE7CB36B9}"/>
              </a:ext>
            </a:extLst>
          </p:cNvPr>
          <p:cNvGraphicFramePr>
            <a:graphicFrameLocks noGrp="1"/>
          </p:cNvGraphicFramePr>
          <p:nvPr/>
        </p:nvGraphicFramePr>
        <p:xfrm>
          <a:off x="6934200" y="3981450"/>
          <a:ext cx="5257800" cy="2667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8278379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133525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571535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90795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003014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447547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456678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234207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n_rep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n_rep=10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80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family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58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LCB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7E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A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3122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A6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28.97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CE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3443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1025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HAEI(γ=0.5)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A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2851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HAEI(γ=1)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C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68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HAEI(γ=5)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2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2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0889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ANPEI(β=0.2)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3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572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ANPEI(β=0.5)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7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6180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ANPEI(β=0.8)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5155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RAHBO(α=0.5)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2293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RAHBO(α=1)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E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CC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0607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RAHBO(α=5)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risk-aware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575714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7F35E1-9E0F-9C76-3A4E-4A1ECAD8F26B}"/>
              </a:ext>
            </a:extLst>
          </p:cNvPr>
          <p:cNvSpPr/>
          <p:nvPr/>
        </p:nvSpPr>
        <p:spPr>
          <a:xfrm>
            <a:off x="3857624" y="4135752"/>
            <a:ext cx="2686052" cy="2512698"/>
          </a:xfrm>
          <a:prstGeom prst="roundRect">
            <a:avLst>
              <a:gd name="adj" fmla="val 84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C565D-3D5A-2324-8D3E-5D7DDD22A6DC}"/>
              </a:ext>
            </a:extLst>
          </p:cNvPr>
          <p:cNvSpPr txBox="1"/>
          <p:nvPr/>
        </p:nvSpPr>
        <p:spPr>
          <a:xfrm>
            <a:off x="4114797" y="4238625"/>
            <a:ext cx="2300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There are some peaks at iteration ~10, I suspect acquisition functions are exploring noisy regions</a:t>
            </a:r>
          </a:p>
        </p:txBody>
      </p:sp>
    </p:spTree>
    <p:extLst>
      <p:ext uri="{BB962C8B-B14F-4D97-AF65-F5344CB8AC3E}">
        <p14:creationId xmlns:p14="http://schemas.microsoft.com/office/powerpoint/2010/main" val="336589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3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16ED-CB78-3A40-4F8B-C97E5D05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419119-1CE9-DBC3-487C-1970DA650485}"/>
              </a:ext>
            </a:extLst>
          </p:cNvPr>
          <p:cNvSpPr/>
          <p:nvPr/>
        </p:nvSpPr>
        <p:spPr>
          <a:xfrm>
            <a:off x="427025" y="43435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23990F1-45D9-99A5-377A-36C8B6752EDC}"/>
              </a:ext>
            </a:extLst>
          </p:cNvPr>
          <p:cNvSpPr/>
          <p:nvPr/>
        </p:nvSpPr>
        <p:spPr>
          <a:xfrm>
            <a:off x="762305" y="518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21E54B9-2D8A-46FB-1142-73A216240361}"/>
              </a:ext>
            </a:extLst>
          </p:cNvPr>
          <p:cNvSpPr/>
          <p:nvPr/>
        </p:nvSpPr>
        <p:spPr>
          <a:xfrm>
            <a:off x="578510" y="66865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 robustness, Pareto view ground truth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9C7059-1B7D-87DD-FFBF-241E483D79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82"/>
          <a:stretch>
            <a:fillRect/>
          </a:stretch>
        </p:blipFill>
        <p:spPr>
          <a:xfrm>
            <a:off x="6485516" y="1226250"/>
            <a:ext cx="5521762" cy="42723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1FAC33-BCFD-71BA-D727-D46A660CC9C6}"/>
              </a:ext>
            </a:extLst>
          </p:cNvPr>
          <p:cNvSpPr txBox="1"/>
          <p:nvPr/>
        </p:nvSpPr>
        <p:spPr>
          <a:xfrm>
            <a:off x="1417624" y="5772198"/>
            <a:ext cx="4495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true minimum: X1=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0.465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σ²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= 1.41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800" b="1" i="1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5B62C2-F676-B1BA-4841-2C80742EB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5" y="1306755"/>
            <a:ext cx="5730256" cy="44654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4FBA3A-1436-B61D-A723-1AE11A1DA2E8}"/>
              </a:ext>
            </a:extLst>
          </p:cNvPr>
          <p:cNvSpPr txBox="1"/>
          <p:nvPr/>
        </p:nvSpPr>
        <p:spPr>
          <a:xfrm>
            <a:off x="236525" y="6016674"/>
            <a:ext cx="141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Lower is better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56FF0E-31B6-0A0D-9920-DF20CF0B0F52}"/>
              </a:ext>
            </a:extLst>
          </p:cNvPr>
          <p:cNvCxnSpPr/>
          <p:nvPr/>
        </p:nvCxnSpPr>
        <p:spPr>
          <a:xfrm>
            <a:off x="578510" y="4373880"/>
            <a:ext cx="0" cy="8991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195B03-A79C-3359-03F2-FDB334D02A39}"/>
              </a:ext>
            </a:extLst>
          </p:cNvPr>
          <p:cNvCxnSpPr>
            <a:cxnSpLocks/>
          </p:cNvCxnSpPr>
          <p:nvPr/>
        </p:nvCxnSpPr>
        <p:spPr>
          <a:xfrm flipH="1">
            <a:off x="900455" y="5615940"/>
            <a:ext cx="129601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09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F4ED-9B3E-9FD6-B1B0-1B65722E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32B447E-FB19-874F-869F-3ACBC2E2BF93}"/>
              </a:ext>
            </a:extLst>
          </p:cNvPr>
          <p:cNvSpPr/>
          <p:nvPr/>
        </p:nvSpPr>
        <p:spPr>
          <a:xfrm>
            <a:off x="609600" y="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the final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best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input values, on ground truth function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7B18B3DB-CEE9-90CD-B1C0-9ABB2494696B}"/>
              </a:ext>
            </a:extLst>
          </p:cNvPr>
          <p:cNvSpPr/>
          <p:nvPr/>
        </p:nvSpPr>
        <p:spPr>
          <a:xfrm>
            <a:off x="11216640" y="6035040"/>
            <a:ext cx="3657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735C67-440B-C932-2BEA-90A26D1737A8}"/>
                  </a:ext>
                </a:extLst>
              </p:cNvPr>
              <p:cNvSpPr txBox="1"/>
              <p:nvPr/>
            </p:nvSpPr>
            <p:spPr>
              <a:xfrm>
                <a:off x="3172817" y="6339535"/>
                <a:ext cx="6094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>
                    <a:ln>
                      <a:noFill/>
                    </a:ln>
                    <a:solidFill>
                      <a:srgbClr val="342F2E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Dashed line = true minimum = </a:t>
                </a:r>
                <a:r>
                  <a: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342F2E"/>
                    </a:solidFill>
                    <a:effectLst/>
                    <a:uLnTx/>
                    <a:uFillTx/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0.465.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  <m:sup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42F2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</m:sup>
                    </m:sSubSup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42F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 </m:t>
                    </m:r>
                    <m:r>
                      <a: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42F2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</m:oMath>
                </a14:m>
                <a:endParaRPr kumimoji="0" lang="en-US" sz="1800" b="1" i="1" u="none" strike="noStrike" kern="1200" cap="none" spc="0" normalizeH="0" baseline="0" noProof="0">
                  <a:ln>
                    <a:noFill/>
                  </a:ln>
                  <a:solidFill>
                    <a:srgbClr val="342F2E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735C67-440B-C932-2BEA-90A26D173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817" y="6339535"/>
                <a:ext cx="6094140" cy="369332"/>
              </a:xfrm>
              <a:prstGeom prst="rect">
                <a:avLst/>
              </a:prstGeom>
              <a:blipFill>
                <a:blip r:embed="rId2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5">
            <a:extLst>
              <a:ext uri="{FF2B5EF4-FFF2-40B4-BE49-F238E27FC236}">
                <a16:creationId xmlns:a16="http://schemas.microsoft.com/office/drawing/2014/main" id="{E0FE9E89-0CF4-E9D8-685E-46B74257B8CA}"/>
              </a:ext>
            </a:extLst>
          </p:cNvPr>
          <p:cNvSpPr/>
          <p:nvPr/>
        </p:nvSpPr>
        <p:spPr>
          <a:xfrm>
            <a:off x="379095" y="4793118"/>
            <a:ext cx="5303520" cy="14863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E6F4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9C5FA-8913-1BDD-EABB-06BE6327FDDA}"/>
              </a:ext>
            </a:extLst>
          </p:cNvPr>
          <p:cNvSpPr txBox="1"/>
          <p:nvPr/>
        </p:nvSpPr>
        <p:spPr>
          <a:xfrm>
            <a:off x="379095" y="4856846"/>
            <a:ext cx="5303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0F2A4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We are visualizing just the second category X2 and continuous variable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F2A4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X1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0F2A4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as vertical label. And in horizontal label we have the different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F2A4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functions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61B489-90A4-FB0C-9208-B4D4DE200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53"/>
          <a:stretch>
            <a:fillRect/>
          </a:stretch>
        </p:blipFill>
        <p:spPr>
          <a:xfrm>
            <a:off x="0" y="1395413"/>
            <a:ext cx="12192000" cy="333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7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7A2A-26F5-5D8F-84AF-9DF65443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4E43D0-8214-744B-1A28-53C484BFD3A5}"/>
              </a:ext>
            </a:extLst>
          </p:cNvPr>
          <p:cNvSpPr/>
          <p:nvPr/>
        </p:nvSpPr>
        <p:spPr>
          <a:xfrm>
            <a:off x="427025" y="43435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F416E29-19AC-9BAB-9980-89A738F043B9}"/>
              </a:ext>
            </a:extLst>
          </p:cNvPr>
          <p:cNvSpPr/>
          <p:nvPr/>
        </p:nvSpPr>
        <p:spPr>
          <a:xfrm>
            <a:off x="762305" y="518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99BD8-C7FB-C906-7858-BFB6E065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85" b="-1890"/>
          <a:stretch>
            <a:fillRect/>
          </a:stretch>
        </p:blipFill>
        <p:spPr>
          <a:xfrm>
            <a:off x="427025" y="1354455"/>
            <a:ext cx="8363492" cy="5267324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616978AD-2632-DAF2-9A39-CCC868D4292C}"/>
              </a:ext>
            </a:extLst>
          </p:cNvPr>
          <p:cNvSpPr/>
          <p:nvPr/>
        </p:nvSpPr>
        <p:spPr>
          <a:xfrm>
            <a:off x="578510" y="66865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Extra, where the best point is located for each seed</a:t>
            </a:r>
            <a:endParaRPr kumimoji="0" lang="en-US" sz="3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B2B02C6-E910-824C-D310-0E739EAAC1A8}"/>
              </a:ext>
            </a:extLst>
          </p:cNvPr>
          <p:cNvSpPr/>
          <p:nvPr/>
        </p:nvSpPr>
        <p:spPr>
          <a:xfrm>
            <a:off x="8991599" y="1841675"/>
            <a:ext cx="3129915" cy="8915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E6F4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0EC6F5-1388-1859-62FD-3B7B7B8E68B6}"/>
              </a:ext>
            </a:extLst>
          </p:cNvPr>
          <p:cNvSpPr txBox="1"/>
          <p:nvPr/>
        </p:nvSpPr>
        <p:spPr>
          <a:xfrm>
            <a:off x="8991599" y="1916142"/>
            <a:ext cx="3129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F2A4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Sampled on the ground truth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ED136A-83C5-05DA-178A-F1457D1D6188}"/>
              </a:ext>
            </a:extLst>
          </p:cNvPr>
          <p:cNvSpPr/>
          <p:nvPr/>
        </p:nvSpPr>
        <p:spPr>
          <a:xfrm>
            <a:off x="578510" y="1249680"/>
            <a:ext cx="6279490" cy="1569720"/>
          </a:xfrm>
          <a:prstGeom prst="roundRect">
            <a:avLst>
              <a:gd name="adj" fmla="val 10599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FE342C-B10B-CA11-CA5F-8A73C5584225}"/>
              </a:ext>
            </a:extLst>
          </p:cNvPr>
          <p:cNvSpPr/>
          <p:nvPr/>
        </p:nvSpPr>
        <p:spPr>
          <a:xfrm>
            <a:off x="8991599" y="3021326"/>
            <a:ext cx="3019426" cy="3055623"/>
          </a:xfrm>
          <a:prstGeom prst="roundRect">
            <a:avLst>
              <a:gd name="adj" fmla="val 84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45360-B629-29AA-6F9A-8FFB814FBB05}"/>
              </a:ext>
            </a:extLst>
          </p:cNvPr>
          <p:cNvSpPr txBox="1"/>
          <p:nvPr/>
        </p:nvSpPr>
        <p:spPr>
          <a:xfrm>
            <a:off x="9248771" y="3124200"/>
            <a:ext cx="2585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This explains why the neutral acquisition functions do not perform as good as the risk-aware</a:t>
            </a:r>
          </a:p>
        </p:txBody>
      </p:sp>
    </p:spTree>
    <p:extLst>
      <p:ext uri="{BB962C8B-B14F-4D97-AF65-F5344CB8AC3E}">
        <p14:creationId xmlns:p14="http://schemas.microsoft.com/office/powerpoint/2010/main" val="77738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7C7A-57F2-67D6-1074-14D97532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E709-8D20-5F6E-DCE0-D537AAD8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 Case Study on a Test Problem – Testing different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820818-C495-EE24-EED6-74BBB665B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" y="1036638"/>
                <a:ext cx="10972800" cy="5383212"/>
              </a:xfrm>
            </p:spPr>
            <p:txBody>
              <a:bodyPr/>
              <a:lstStyle/>
              <a:p>
                <a:r>
                  <a:rPr lang="en-US" sz="2000"/>
                  <a:t>Acquisition functions (12 chosen):</a:t>
                </a:r>
              </a:p>
              <a:p>
                <a:pPr lvl="1"/>
                <a:r>
                  <a:rPr lang="en-US" sz="2000"/>
                  <a:t>UCB/LCB</a:t>
                </a:r>
              </a:p>
              <a:p>
                <a:pPr lvl="1"/>
                <a:r>
                  <a:rPr lang="en-US" sz="2000"/>
                  <a:t>Probability Improvement (PI)</a:t>
                </a:r>
              </a:p>
              <a:p>
                <a:pPr lvl="1"/>
                <a:r>
                  <a:rPr lang="en-US" sz="2000"/>
                  <a:t>Standard EI</a:t>
                </a:r>
              </a:p>
              <a:p>
                <a:pPr lvl="1"/>
                <a:r>
                  <a:rPr lang="en-US" sz="2000"/>
                  <a:t>HAEI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/>
                  <a:t>) </a:t>
                </a:r>
                <a:br>
                  <a:rPr lang="en-US" sz="2000"/>
                </a:br>
                <a:r>
                  <a:rPr lang="en-US" sz="2000"/>
                  <a:t>gamma ↑  -&gt; HAEI avoids aleatoric noise more strongly</a:t>
                </a:r>
              </a:p>
              <a:p>
                <a:pPr lvl="1"/>
                <a:r>
                  <a:rPr lang="en-US" sz="2000"/>
                  <a:t>ANPEI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=0.2, 0.5, 0.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/>
                  <a:t>)</a:t>
                </a:r>
              </a:p>
              <a:p>
                <a:pPr lvl="1"/>
                <a:r>
                  <a:rPr lang="en-US" sz="2000"/>
                  <a:t>RAHBO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=0.1, 0.5, 1, 2,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5, 10</m:t>
                    </m:r>
                  </m:oMath>
                </a14:m>
                <a:r>
                  <a:rPr lang="en-US" sz="2000"/>
                  <a:t>)</a:t>
                </a:r>
                <a:br>
                  <a:rPr lang="en-US" sz="2000"/>
                </a:br>
                <a:r>
                  <a:rPr lang="en-US" sz="2000"/>
                  <a:t>alpha ↑  -&gt; RAHBO penalizes variance more strongly</a:t>
                </a:r>
              </a:p>
              <a:p>
                <a:r>
                  <a:rPr lang="en-US" sz="2000"/>
                  <a:t>Experimental setup sensitivity</a:t>
                </a:r>
              </a:p>
              <a:p>
                <a:pPr lvl="1"/>
                <a:r>
                  <a:rPr lang="en-US" sz="2000" err="1"/>
                  <a:t>n_rep_list</a:t>
                </a:r>
                <a:r>
                  <a:rPr lang="en-US" sz="2000"/>
                  <a:t> = [3, 5, 10]; </a:t>
                </a:r>
              </a:p>
              <a:p>
                <a:pPr lvl="1"/>
                <a:r>
                  <a:rPr lang="en-US" sz="2000"/>
                  <a:t>30 iterations on the BO loop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820818-C495-EE24-EED6-74BBB665B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1036638"/>
                <a:ext cx="10972800" cy="5383212"/>
              </a:xfrm>
              <a:blipFill>
                <a:blip r:embed="rId2"/>
                <a:stretch>
                  <a:fillRect l="-500" t="-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60314-E1A3-47A9-3DFD-15D5C6EB6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F08E99-C54D-35D9-8AD1-0991F6B0E616}"/>
              </a:ext>
            </a:extLst>
          </p:cNvPr>
          <p:cNvGrpSpPr/>
          <p:nvPr/>
        </p:nvGrpSpPr>
        <p:grpSpPr>
          <a:xfrm>
            <a:off x="7881248" y="1303317"/>
            <a:ext cx="3977377" cy="1510427"/>
            <a:chOff x="7812331" y="4094142"/>
            <a:chExt cx="3977377" cy="15104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85DA0A-70C6-079F-2289-464A8BCEC3C8}"/>
                    </a:ext>
                  </a:extLst>
                </p:cNvPr>
                <p:cNvSpPr txBox="1"/>
                <p:nvPr/>
              </p:nvSpPr>
              <p:spPr>
                <a:xfrm>
                  <a:off x="7908003" y="4633912"/>
                  <a:ext cx="388170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281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12×3×30=1080</m:t>
                      </m:r>
                    </m:oMath>
                  </a14:m>
                  <a:r>
                    <a:rPr kumimoji="0" 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+mn-ea"/>
                      <a:cs typeface="+mn-cs"/>
                    </a:rPr>
                    <a:t> runs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85DA0A-70C6-079F-2289-464A8BCEC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8003" y="4633912"/>
                  <a:ext cx="3881705" cy="430887"/>
                </a:xfrm>
                <a:prstGeom prst="rect">
                  <a:avLst/>
                </a:prstGeom>
                <a:blipFill>
                  <a:blip r:embed="rId3"/>
                  <a:stretch>
                    <a:fillRect t="-25352" r="-5031" b="-492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90F31D-DE8B-0094-8B30-CBE2BA31977E}"/>
                </a:ext>
              </a:extLst>
            </p:cNvPr>
            <p:cNvSpPr txBox="1"/>
            <p:nvPr/>
          </p:nvSpPr>
          <p:spPr>
            <a:xfrm>
              <a:off x="8482707" y="5204459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rPr>
                <a:t>n_rep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734776-218C-70D8-C2AE-1363D0F07350}"/>
                </a:ext>
              </a:extLst>
            </p:cNvPr>
            <p:cNvSpPr txBox="1"/>
            <p:nvPr/>
          </p:nvSpPr>
          <p:spPr>
            <a:xfrm>
              <a:off x="8962993" y="4094142"/>
              <a:ext cx="11240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rPr>
                <a:t>n_seeds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5B3F4A-5EDF-D346-9D04-D1BC16FD5141}"/>
                </a:ext>
              </a:extLst>
            </p:cNvPr>
            <p:cNvSpPr txBox="1"/>
            <p:nvPr/>
          </p:nvSpPr>
          <p:spPr>
            <a:xfrm>
              <a:off x="7812331" y="4094142"/>
              <a:ext cx="6703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+mn-ea"/>
                  <a:cs typeface="+mn-cs"/>
                </a:rPr>
                <a:t>n_af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23D2BD-1A9D-2266-C84A-B0D3FA102D0D}"/>
                </a:ext>
              </a:extLst>
            </p:cNvPr>
            <p:cNvCxnSpPr>
              <a:endCxn id="8" idx="2"/>
            </p:cNvCxnSpPr>
            <p:nvPr/>
          </p:nvCxnSpPr>
          <p:spPr>
            <a:xfrm flipV="1">
              <a:off x="8147519" y="4494252"/>
              <a:ext cx="0" cy="139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82C4AE-F0A3-FAB8-387B-BF063135077B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8886824" y="5064799"/>
              <a:ext cx="1" cy="139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5E4C9E-0646-6BCA-DF90-5A95BE6474CA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9525005" y="4494252"/>
              <a:ext cx="1" cy="1507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hape 3">
            <a:extLst>
              <a:ext uri="{FF2B5EF4-FFF2-40B4-BE49-F238E27FC236}">
                <a16:creationId xmlns:a16="http://schemas.microsoft.com/office/drawing/2014/main" id="{F2A2772F-4F6B-0C38-2639-2BC005103E4B}"/>
              </a:ext>
            </a:extLst>
          </p:cNvPr>
          <p:cNvSpPr/>
          <p:nvPr/>
        </p:nvSpPr>
        <p:spPr>
          <a:xfrm>
            <a:off x="838200" y="7369756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4A2C7A"/>
          </a:solidFill>
          <a:ln/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D95F5AD-C2A7-6945-C98C-C29ECC71C696}"/>
              </a:ext>
            </a:extLst>
          </p:cNvPr>
          <p:cNvSpPr/>
          <p:nvPr/>
        </p:nvSpPr>
        <p:spPr>
          <a:xfrm>
            <a:off x="838200" y="7369756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 the 5-level</a:t>
            </a:r>
            <a:endParaRPr lang="en-US" sz="14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categorical variable</a:t>
            </a:r>
            <a:endParaRPr lang="en-US" sz="14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DB744586-2716-0A30-AE2E-852FA2683BCF}"/>
              </a:ext>
            </a:extLst>
          </p:cNvPr>
          <p:cNvSpPr/>
          <p:nvPr/>
        </p:nvSpPr>
        <p:spPr>
          <a:xfrm>
            <a:off x="3467100" y="8230054"/>
            <a:ext cx="0" cy="201168"/>
          </a:xfrm>
          <a:prstGeom prst="line">
            <a:avLst/>
          </a:prstGeom>
          <a:noFill/>
          <a:ln w="19050">
            <a:solidFill>
              <a:srgbClr val="D8D0EC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30B680A5-3DC2-9039-C566-45DAC4DB92C1}"/>
              </a:ext>
            </a:extLst>
          </p:cNvPr>
          <p:cNvSpPr/>
          <p:nvPr/>
        </p:nvSpPr>
        <p:spPr>
          <a:xfrm>
            <a:off x="838200" y="8540188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EC5E1BD-2268-80EC-7D3D-E0EB494A1BE4}"/>
              </a:ext>
            </a:extLst>
          </p:cNvPr>
          <p:cNvSpPr/>
          <p:nvPr/>
        </p:nvSpPr>
        <p:spPr>
          <a:xfrm>
            <a:off x="1039368" y="8759644"/>
            <a:ext cx="237744" cy="23774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CAEB1CE6-E2A5-CB09-16AC-A9EF0F758B39}"/>
              </a:ext>
            </a:extLst>
          </p:cNvPr>
          <p:cNvSpPr/>
          <p:nvPr/>
        </p:nvSpPr>
        <p:spPr>
          <a:xfrm>
            <a:off x="1405128" y="866820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LVGP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3DC4163E-523D-5E63-30CF-F105FADDE917}"/>
              </a:ext>
            </a:extLst>
          </p:cNvPr>
          <p:cNvSpPr/>
          <p:nvPr/>
        </p:nvSpPr>
        <p:spPr>
          <a:xfrm>
            <a:off x="1405128" y="899738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One latent-variable GP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2F6FB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Shares, learned latent space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MATLAB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95E214F5-68BE-D665-EB96-B9B879FEAA04}"/>
              </a:ext>
            </a:extLst>
          </p:cNvPr>
          <p:cNvSpPr/>
          <p:nvPr/>
        </p:nvSpPr>
        <p:spPr>
          <a:xfrm>
            <a:off x="838200" y="9902644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718F1A2D-B930-15D9-A322-9A7FEEDF4025}"/>
              </a:ext>
            </a:extLst>
          </p:cNvPr>
          <p:cNvSpPr/>
          <p:nvPr/>
        </p:nvSpPr>
        <p:spPr>
          <a:xfrm>
            <a:off x="1039368" y="10122100"/>
            <a:ext cx="237744" cy="237744"/>
          </a:xfrm>
          <a:prstGeom prst="ellipse">
            <a:avLst/>
          </a:prstGeom>
          <a:solidFill>
            <a:srgbClr val="2E9E5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69882874-0163-365C-1364-D83231D8F2C6}"/>
              </a:ext>
            </a:extLst>
          </p:cNvPr>
          <p:cNvSpPr/>
          <p:nvPr/>
        </p:nvSpPr>
        <p:spPr>
          <a:xfrm>
            <a:off x="1405128" y="100306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Per-category 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E9AEECC6-CB85-F141-44BF-FAFCEE9D208B}"/>
              </a:ext>
            </a:extLst>
          </p:cNvPr>
          <p:cNvSpPr/>
          <p:nvPr/>
        </p:nvSpPr>
        <p:spPr>
          <a:xfrm>
            <a:off x="1405128" y="1035984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 independent GPs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2E9E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sharing across categories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 err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botorch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61325285-54AA-8F93-0BEC-BC4D6336125A}"/>
              </a:ext>
            </a:extLst>
          </p:cNvPr>
          <p:cNvSpPr/>
          <p:nvPr/>
        </p:nvSpPr>
        <p:spPr>
          <a:xfrm>
            <a:off x="838200" y="11265100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1A91C81B-2AA7-E0B8-F83E-21030FDDAD3B}"/>
              </a:ext>
            </a:extLst>
          </p:cNvPr>
          <p:cNvSpPr/>
          <p:nvPr/>
        </p:nvSpPr>
        <p:spPr>
          <a:xfrm>
            <a:off x="1039368" y="11484556"/>
            <a:ext cx="237744" cy="237744"/>
          </a:xfrm>
          <a:prstGeom prst="ellipse">
            <a:avLst/>
          </a:prstGeom>
          <a:solidFill>
            <a:srgbClr val="C9463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772D86C2-BE80-4E6A-5D26-AFA77E0EC038}"/>
              </a:ext>
            </a:extLst>
          </p:cNvPr>
          <p:cNvSpPr/>
          <p:nvPr/>
        </p:nvSpPr>
        <p:spPr>
          <a:xfrm>
            <a:off x="1405128" y="1139311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Categorical 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BD0A839-06E2-9D79-F911-EE292A4E385A}"/>
              </a:ext>
            </a:extLst>
          </p:cNvPr>
          <p:cNvSpPr/>
          <p:nvPr/>
        </p:nvSpPr>
        <p:spPr>
          <a:xfrm>
            <a:off x="1405128" y="117223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MixedSingleTaskGP + CategoricalKernel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C946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Shares categorical kernel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 err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botorch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641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EB6A-8088-7CA0-BE73-6CA5197E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B0C2-072C-BDFF-FCDB-504A8F08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 Case Study on a Test Problem – Testing different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270E0-B1BA-B981-06CD-A102B7839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DACB77-FCAA-0259-6D09-BCD75393E399}"/>
              </a:ext>
            </a:extLst>
          </p:cNvPr>
          <p:cNvGrpSpPr/>
          <p:nvPr/>
        </p:nvGrpSpPr>
        <p:grpSpPr>
          <a:xfrm>
            <a:off x="8074861" y="1312842"/>
            <a:ext cx="3983789" cy="1510427"/>
            <a:chOff x="7805919" y="4094142"/>
            <a:chExt cx="3983789" cy="15104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DE293ED-4CD6-91C2-D58B-BDDE10D40967}"/>
                    </a:ext>
                  </a:extLst>
                </p:cNvPr>
                <p:cNvSpPr txBox="1"/>
                <p:nvPr/>
              </p:nvSpPr>
              <p:spPr>
                <a:xfrm>
                  <a:off x="7908003" y="4633912"/>
                  <a:ext cx="388170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281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12×3×30=1080</m:t>
                      </m:r>
                    </m:oMath>
                  </a14:m>
                  <a:r>
                    <a:rPr kumimoji="0" 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 runs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DE293ED-4CD6-91C2-D58B-BDDE10D40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8003" y="4633912"/>
                  <a:ext cx="3881705" cy="430887"/>
                </a:xfrm>
                <a:prstGeom prst="rect">
                  <a:avLst/>
                </a:prstGeom>
                <a:blipFill>
                  <a:blip r:embed="rId2"/>
                  <a:stretch>
                    <a:fillRect t="-25352" r="-5024" b="-47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CC17E2-C064-F23A-0978-68FC5B964A78}"/>
                </a:ext>
              </a:extLst>
            </p:cNvPr>
            <p:cNvSpPr txBox="1"/>
            <p:nvPr/>
          </p:nvSpPr>
          <p:spPr>
            <a:xfrm>
              <a:off x="8466677" y="5204459"/>
              <a:ext cx="8402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n_rep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32424C-3F58-C1BC-2FE4-958964A47105}"/>
                </a:ext>
              </a:extLst>
            </p:cNvPr>
            <p:cNvSpPr txBox="1"/>
            <p:nvPr/>
          </p:nvSpPr>
          <p:spPr>
            <a:xfrm>
              <a:off x="8947765" y="4094142"/>
              <a:ext cx="11544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n_seeds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0FFB79-8D27-8B6A-2938-D133B2C07A93}"/>
                </a:ext>
              </a:extLst>
            </p:cNvPr>
            <p:cNvSpPr txBox="1"/>
            <p:nvPr/>
          </p:nvSpPr>
          <p:spPr>
            <a:xfrm>
              <a:off x="7805919" y="4094142"/>
              <a:ext cx="683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n_af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E98B514-8F64-5104-B0EF-474E68057D52}"/>
                </a:ext>
              </a:extLst>
            </p:cNvPr>
            <p:cNvCxnSpPr>
              <a:endCxn id="8" idx="2"/>
            </p:cNvCxnSpPr>
            <p:nvPr/>
          </p:nvCxnSpPr>
          <p:spPr>
            <a:xfrm flipV="1">
              <a:off x="8147519" y="4494252"/>
              <a:ext cx="0" cy="139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6EF9BE1-0ED9-012E-EB69-CB377444924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8886824" y="5064799"/>
              <a:ext cx="1" cy="139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4E92A11-44AB-764D-6073-828F36A6FA69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9525005" y="4494252"/>
              <a:ext cx="2" cy="1507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hape 3">
            <a:extLst>
              <a:ext uri="{FF2B5EF4-FFF2-40B4-BE49-F238E27FC236}">
                <a16:creationId xmlns:a16="http://schemas.microsoft.com/office/drawing/2014/main" id="{9635A792-4B80-5D63-F381-25A63237FE79}"/>
              </a:ext>
            </a:extLst>
          </p:cNvPr>
          <p:cNvSpPr/>
          <p:nvPr/>
        </p:nvSpPr>
        <p:spPr>
          <a:xfrm>
            <a:off x="461772" y="1041527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4A2C7A"/>
          </a:solidFill>
          <a:ln/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591BB77-1183-0253-2E58-22490B0DBCD0}"/>
              </a:ext>
            </a:extLst>
          </p:cNvPr>
          <p:cNvSpPr/>
          <p:nvPr/>
        </p:nvSpPr>
        <p:spPr>
          <a:xfrm>
            <a:off x="461772" y="1041527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 the 5-level</a:t>
            </a:r>
            <a:endParaRPr lang="en-US" sz="14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categorical variable</a:t>
            </a:r>
            <a:endParaRPr lang="en-US" sz="14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ED80522E-378A-A080-8FF5-A3505A969E37}"/>
              </a:ext>
            </a:extLst>
          </p:cNvPr>
          <p:cNvSpPr/>
          <p:nvPr/>
        </p:nvSpPr>
        <p:spPr>
          <a:xfrm>
            <a:off x="3090672" y="1901825"/>
            <a:ext cx="0" cy="201168"/>
          </a:xfrm>
          <a:prstGeom prst="line">
            <a:avLst/>
          </a:prstGeom>
          <a:noFill/>
          <a:ln w="19050">
            <a:solidFill>
              <a:srgbClr val="D8D0EC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39BF2996-F937-1316-7CB3-BB601ADEC079}"/>
              </a:ext>
            </a:extLst>
          </p:cNvPr>
          <p:cNvSpPr/>
          <p:nvPr/>
        </p:nvSpPr>
        <p:spPr>
          <a:xfrm>
            <a:off x="461772" y="2211959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8EC34FF4-3F9E-9C8D-58E9-C5A2FD7951A4}"/>
              </a:ext>
            </a:extLst>
          </p:cNvPr>
          <p:cNvSpPr/>
          <p:nvPr/>
        </p:nvSpPr>
        <p:spPr>
          <a:xfrm>
            <a:off x="662940" y="2431415"/>
            <a:ext cx="237744" cy="23774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BAA1396B-8CD9-7A44-B31E-EF61DF011E51}"/>
              </a:ext>
            </a:extLst>
          </p:cNvPr>
          <p:cNvSpPr/>
          <p:nvPr/>
        </p:nvSpPr>
        <p:spPr>
          <a:xfrm>
            <a:off x="1028700" y="2339975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LVGP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8C45CEC-DFE2-267E-3555-F1CFF7E02EF2}"/>
              </a:ext>
            </a:extLst>
          </p:cNvPr>
          <p:cNvSpPr/>
          <p:nvPr/>
        </p:nvSpPr>
        <p:spPr>
          <a:xfrm>
            <a:off x="1028700" y="2669159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One latent-variable GP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100" b="1">
                <a:solidFill>
                  <a:srgbClr val="2F6FB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Shares, learned latent space - 1080 runs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MATLAB 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5417E4BA-572A-BEC7-02BA-068667994991}"/>
              </a:ext>
            </a:extLst>
          </p:cNvPr>
          <p:cNvSpPr/>
          <p:nvPr/>
        </p:nvSpPr>
        <p:spPr>
          <a:xfrm>
            <a:off x="461772" y="3574415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4CEBE901-3803-9C60-FA67-750DB6D74F2E}"/>
              </a:ext>
            </a:extLst>
          </p:cNvPr>
          <p:cNvSpPr/>
          <p:nvPr/>
        </p:nvSpPr>
        <p:spPr>
          <a:xfrm>
            <a:off x="662940" y="3793871"/>
            <a:ext cx="237744" cy="237744"/>
          </a:xfrm>
          <a:prstGeom prst="ellipse">
            <a:avLst/>
          </a:prstGeom>
          <a:solidFill>
            <a:srgbClr val="2E9E54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AD6C611E-383E-E5E6-A8F8-53AC9AA1E592}"/>
              </a:ext>
            </a:extLst>
          </p:cNvPr>
          <p:cNvSpPr/>
          <p:nvPr/>
        </p:nvSpPr>
        <p:spPr>
          <a:xfrm>
            <a:off x="1028700" y="3702431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Per-category 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13F8AF6-1255-A404-412E-6A5773B65C88}"/>
              </a:ext>
            </a:extLst>
          </p:cNvPr>
          <p:cNvSpPr/>
          <p:nvPr/>
        </p:nvSpPr>
        <p:spPr>
          <a:xfrm>
            <a:off x="1028700" y="4031615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 independent GPs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2000"/>
              </a:lnSpc>
            </a:pPr>
            <a:r>
              <a:rPr lang="en-US" sz="1100" b="1">
                <a:solidFill>
                  <a:srgbClr val="2E9E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sharing across categories - 1080 runs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 err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BoTorch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1F179F6C-AB3E-ECCB-6B84-0AC985EA22AE}"/>
              </a:ext>
            </a:extLst>
          </p:cNvPr>
          <p:cNvSpPr/>
          <p:nvPr/>
        </p:nvSpPr>
        <p:spPr>
          <a:xfrm>
            <a:off x="461772" y="4936871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4F1FB"/>
          </a:solidFill>
          <a:ln w="12700">
            <a:solidFill>
              <a:srgbClr val="D8D0EC"/>
            </a:solidFill>
            <a:prstDash val="solid"/>
          </a:ln>
          <a:effectLst>
            <a:outerShdw blurRad="114300" dist="38100" dir="5400000" algn="bl" rotWithShape="0">
              <a:srgbClr val="8A7FB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E5C58C66-B193-A0FD-4259-DAF257DC2947}"/>
              </a:ext>
            </a:extLst>
          </p:cNvPr>
          <p:cNvSpPr/>
          <p:nvPr/>
        </p:nvSpPr>
        <p:spPr>
          <a:xfrm>
            <a:off x="662940" y="5156327"/>
            <a:ext cx="237744" cy="237744"/>
          </a:xfrm>
          <a:prstGeom prst="ellipse">
            <a:avLst/>
          </a:prstGeom>
          <a:solidFill>
            <a:srgbClr val="C9463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19979204-426D-CEFE-B40A-12263236978C}"/>
              </a:ext>
            </a:extLst>
          </p:cNvPr>
          <p:cNvSpPr/>
          <p:nvPr/>
        </p:nvSpPr>
        <p:spPr>
          <a:xfrm>
            <a:off x="1028700" y="5064887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Categorical GP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8AF45D8A-4D40-ED6F-1546-4F3E2CE072CF}"/>
              </a:ext>
            </a:extLst>
          </p:cNvPr>
          <p:cNvSpPr/>
          <p:nvPr/>
        </p:nvSpPr>
        <p:spPr>
          <a:xfrm>
            <a:off x="1028700" y="5394071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241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MixedSingleTaskGP + CategoricalKernel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2000"/>
              </a:lnSpc>
            </a:pPr>
            <a:r>
              <a:rPr lang="en-US" sz="1100" b="1">
                <a:solidFill>
                  <a:srgbClr val="C946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Shares categorical kernel -  1080 runs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i="1" err="1">
                <a:solidFill>
                  <a:srgbClr val="5B547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BoTorch</a:t>
            </a:r>
            <a:endParaRPr lang="en-US" sz="11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EBCBCBB3-592C-5393-D694-6BC5A08D21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" y="-5944739"/>
                <a:ext cx="10972800" cy="5383212"/>
              </a:xfrm>
            </p:spPr>
            <p:txBody>
              <a:bodyPr/>
              <a:lstStyle/>
              <a:p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Acquisition functions (12 chosen):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UCB/LCB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Probability Improvement (PI)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Standard EI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HAEI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b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gamma ↑  -&gt; HAEI avoids aleatoric noise more strongly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ANPEI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=0.2, 0.5, 0.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RAHBO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=0.1, 0.5, 1, 2,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5, 10</m:t>
                    </m:r>
                  </m:oMath>
                </a14:m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alpha ↑  -&gt; RAHBO penalizes variance more strongly</a:t>
                </a:r>
              </a:p>
              <a:p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Experimental setup sensitivity</a:t>
                </a:r>
              </a:p>
              <a:p>
                <a:pPr lvl="1"/>
                <a:r>
                  <a:rPr lang="en-US" sz="2000" err="1">
                    <a:latin typeface="Arial" panose="020B0604020202020204" pitchFamily="34" charset="0"/>
                    <a:cs typeface="Arial" panose="020B0604020202020204" pitchFamily="34" charset="0"/>
                  </a:rPr>
                  <a:t>n_rep_list</a:t>
                </a:r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 = [3, 5, 10]; 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30 iterations on the BO loop</a:t>
                </a:r>
              </a:p>
            </p:txBody>
          </p:sp>
        </mc:Choice>
        <mc:Fallback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EBCBCBB3-592C-5393-D694-6BC5A08D2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-5944739"/>
                <a:ext cx="10972800" cy="5383212"/>
              </a:xfrm>
              <a:blipFill>
                <a:blip r:embed="rId3"/>
                <a:stretch>
                  <a:fillRect l="-500" t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F63B69-FB11-168C-3599-7CB0CA03B043}"/>
              </a:ext>
            </a:extLst>
          </p:cNvPr>
          <p:cNvCxnSpPr/>
          <p:nvPr/>
        </p:nvCxnSpPr>
        <p:spPr>
          <a:xfrm flipH="1">
            <a:off x="5819775" y="2102993"/>
            <a:ext cx="2261498" cy="72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4D0D38-0B01-0307-2457-4A794F2C6A64}"/>
              </a:ext>
            </a:extLst>
          </p:cNvPr>
          <p:cNvCxnSpPr>
            <a:cxnSpLocks/>
          </p:cNvCxnSpPr>
          <p:nvPr/>
        </p:nvCxnSpPr>
        <p:spPr>
          <a:xfrm flipH="1">
            <a:off x="5876925" y="2102993"/>
            <a:ext cx="2204348" cy="209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20A8F6-0C2C-DA15-2D16-065A40765A60}"/>
              </a:ext>
            </a:extLst>
          </p:cNvPr>
          <p:cNvCxnSpPr>
            <a:cxnSpLocks/>
          </p:cNvCxnSpPr>
          <p:nvPr/>
        </p:nvCxnSpPr>
        <p:spPr>
          <a:xfrm flipH="1">
            <a:off x="5819775" y="2102993"/>
            <a:ext cx="2261498" cy="3442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9389E44-2B51-9D8A-A9D2-58867AA9510F}"/>
              </a:ext>
            </a:extLst>
          </p:cNvPr>
          <p:cNvSpPr txBox="1"/>
          <p:nvPr/>
        </p:nvSpPr>
        <p:spPr>
          <a:xfrm>
            <a:off x="6669747" y="5510148"/>
            <a:ext cx="624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3240 Total runs</a:t>
            </a:r>
          </a:p>
        </p:txBody>
      </p:sp>
    </p:spTree>
    <p:extLst>
      <p:ext uri="{BB962C8B-B14F-4D97-AF65-F5344CB8AC3E}">
        <p14:creationId xmlns:p14="http://schemas.microsoft.com/office/powerpoint/2010/main" val="1608128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78D5-2CCF-EBD7-6237-56E86924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60837-D8C3-BEB6-2AA7-C314FA2C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 Case Study on a Test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CF64-BBCE-4B67-762D-E530755F0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C6C45AB-E88B-A3EE-A3B0-3B36F7BC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13" b="-1"/>
          <a:stretch>
            <a:fillRect/>
          </a:stretch>
        </p:blipFill>
        <p:spPr>
          <a:xfrm>
            <a:off x="7620" y="971549"/>
            <a:ext cx="8839176" cy="57705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1A0A20C-691D-4A84-39F9-F8DE99210C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96"/>
          <a:stretch>
            <a:fillRect/>
          </a:stretch>
        </p:blipFill>
        <p:spPr>
          <a:xfrm>
            <a:off x="7620" y="7162800"/>
            <a:ext cx="7360434" cy="59817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BEB1ED5-C9BC-A706-99BA-5890B8793779}"/>
              </a:ext>
            </a:extLst>
          </p:cNvPr>
          <p:cNvSpPr txBox="1"/>
          <p:nvPr/>
        </p:nvSpPr>
        <p:spPr>
          <a:xfrm>
            <a:off x="9265920" y="1376341"/>
            <a:ext cx="27965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RAHBO seems to drives every method to the reliable optimum, </a:t>
            </a:r>
            <a:r>
              <a:rPr lang="en-US"/>
              <a:t>objective ≈ 0.47 </a:t>
            </a:r>
            <a:r>
              <a:rPr lang="en-US" i="1"/>
              <a:t>and</a:t>
            </a:r>
            <a:r>
              <a:rPr lang="en-US"/>
              <a:t> σ² ≈ 1.4 for all three studies at every replicate count, because it's the one variance-aware acquisition.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3748DF37-51EA-1DD0-F097-69B66F756209}"/>
              </a:ext>
            </a:extLst>
          </p:cNvPr>
          <p:cNvSpPr/>
          <p:nvPr/>
        </p:nvSpPr>
        <p:spPr>
          <a:xfrm>
            <a:off x="8846796" y="3108960"/>
            <a:ext cx="419124" cy="56356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8EF38F75-F3D7-D700-8074-F1729B2CC746}"/>
              </a:ext>
            </a:extLst>
          </p:cNvPr>
          <p:cNvSpPr/>
          <p:nvPr/>
        </p:nvSpPr>
        <p:spPr>
          <a:xfrm>
            <a:off x="6886575" y="7239001"/>
            <a:ext cx="276225" cy="27241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E06DDD-A670-5968-CCC4-1B732AED00E7}"/>
              </a:ext>
            </a:extLst>
          </p:cNvPr>
          <p:cNvSpPr txBox="1"/>
          <p:nvPr/>
        </p:nvSpPr>
        <p:spPr>
          <a:xfrm>
            <a:off x="7266430" y="7723913"/>
            <a:ext cx="3321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LVGP and the Categorical GP stay near </a:t>
            </a:r>
            <a:r>
              <a:rPr lang="en-US" b="1"/>
              <a:t>f*</a:t>
            </a:r>
            <a:r>
              <a:rPr lang="en-US"/>
              <a:t> (yellow) across nearly all 12 acquisitions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LVGP shows slightly better values</a:t>
            </a:r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DB1549A3-03E8-B003-6D29-575B97EBC18F}"/>
              </a:ext>
            </a:extLst>
          </p:cNvPr>
          <p:cNvSpPr/>
          <p:nvPr/>
        </p:nvSpPr>
        <p:spPr>
          <a:xfrm>
            <a:off x="6886575" y="10115552"/>
            <a:ext cx="276225" cy="27241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DD81B5-4465-53C6-2385-036FBCC14617}"/>
              </a:ext>
            </a:extLst>
          </p:cNvPr>
          <p:cNvSpPr txBox="1"/>
          <p:nvPr/>
        </p:nvSpPr>
        <p:spPr>
          <a:xfrm>
            <a:off x="7368054" y="10932424"/>
            <a:ext cx="3321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Similarly for the variance LVGP shows some acquisition functions with slightly better values</a:t>
            </a:r>
          </a:p>
        </p:txBody>
      </p:sp>
    </p:spTree>
    <p:extLst>
      <p:ext uri="{BB962C8B-B14F-4D97-AF65-F5344CB8AC3E}">
        <p14:creationId xmlns:p14="http://schemas.microsoft.com/office/powerpoint/2010/main" val="922398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0282D-AECD-1353-3EC0-3962BAEB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B22E2-50F3-38F9-FA31-4ECBDF903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E9979-323C-0187-D932-BF002567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96"/>
          <a:stretch>
            <a:fillRect/>
          </a:stretch>
        </p:blipFill>
        <p:spPr>
          <a:xfrm>
            <a:off x="7620" y="876300"/>
            <a:ext cx="7360434" cy="59817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8D0A362D-A55E-C088-60A1-291651F34344}"/>
              </a:ext>
            </a:extLst>
          </p:cNvPr>
          <p:cNvSpPr/>
          <p:nvPr/>
        </p:nvSpPr>
        <p:spPr>
          <a:xfrm>
            <a:off x="6886575" y="1028701"/>
            <a:ext cx="276225" cy="27241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88FD6-42A2-70AF-EBAB-6F19A3352216}"/>
              </a:ext>
            </a:extLst>
          </p:cNvPr>
          <p:cNvSpPr txBox="1"/>
          <p:nvPr/>
        </p:nvSpPr>
        <p:spPr>
          <a:xfrm>
            <a:off x="7266430" y="1513613"/>
            <a:ext cx="3321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LVGP and the Categorical GP stay near </a:t>
            </a:r>
            <a:r>
              <a:rPr lang="en-US" b="1"/>
              <a:t>f*</a:t>
            </a:r>
            <a:r>
              <a:rPr lang="en-US"/>
              <a:t> (yellow) across nearly all 12 acquisitions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LVGP shows slightly better values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63F5B7A-569A-4E01-5DF9-B5573085A493}"/>
              </a:ext>
            </a:extLst>
          </p:cNvPr>
          <p:cNvSpPr/>
          <p:nvPr/>
        </p:nvSpPr>
        <p:spPr>
          <a:xfrm>
            <a:off x="6886575" y="3905252"/>
            <a:ext cx="276225" cy="27241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B1AFB-99BC-8860-686E-814F96CFF400}"/>
              </a:ext>
            </a:extLst>
          </p:cNvPr>
          <p:cNvSpPr txBox="1"/>
          <p:nvPr/>
        </p:nvSpPr>
        <p:spPr>
          <a:xfrm>
            <a:off x="7368054" y="4722124"/>
            <a:ext cx="3321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Similarly for the variance LVGP shows some acquisition functions with slightly better values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D18FC5-9D52-771E-CD49-D908B316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13" b="-1"/>
          <a:stretch>
            <a:fillRect/>
          </a:stretch>
        </p:blipFill>
        <p:spPr>
          <a:xfrm>
            <a:off x="7620" y="-5975351"/>
            <a:ext cx="8839176" cy="57705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19229C-1CB5-489B-AAA2-8DB4822ED70C}"/>
              </a:ext>
            </a:extLst>
          </p:cNvPr>
          <p:cNvSpPr txBox="1"/>
          <p:nvPr/>
        </p:nvSpPr>
        <p:spPr>
          <a:xfrm>
            <a:off x="9265920" y="-5538809"/>
            <a:ext cx="27965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Only RAHBO drives every method to the reliable optimum, </a:t>
            </a:r>
            <a:r>
              <a:rPr lang="en-US"/>
              <a:t>objective ≈ 0.47 </a:t>
            </a:r>
            <a:r>
              <a:rPr lang="en-US" i="1"/>
              <a:t>and</a:t>
            </a:r>
            <a:r>
              <a:rPr lang="en-US"/>
              <a:t> σ² ≈ 1.4 for all three studies at every replicate count, because it's the one variance-aware acquisition.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D988E94D-E061-313C-5E18-C39C346AA3C5}"/>
              </a:ext>
            </a:extLst>
          </p:cNvPr>
          <p:cNvSpPr/>
          <p:nvPr/>
        </p:nvSpPr>
        <p:spPr>
          <a:xfrm>
            <a:off x="8846796" y="-3806190"/>
            <a:ext cx="419124" cy="56356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26869-8223-D9BC-CD23-0602F946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 Case Study on a Test Problem</a:t>
            </a:r>
          </a:p>
        </p:txBody>
      </p:sp>
    </p:spTree>
    <p:extLst>
      <p:ext uri="{BB962C8B-B14F-4D97-AF65-F5344CB8AC3E}">
        <p14:creationId xmlns:p14="http://schemas.microsoft.com/office/powerpoint/2010/main" val="2729020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AB55-EAE4-A24C-AF6B-BE30E98A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B4EC-8695-872F-55A7-2A8541F4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 Case Study on a Test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0926E-4879-DD48-9FD1-EB8955EB7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4E6CB119-72DA-3257-E332-B436DE6C4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" y="-5944739"/>
                <a:ext cx="10972800" cy="5383212"/>
              </a:xfrm>
            </p:spPr>
            <p:txBody>
              <a:bodyPr/>
              <a:lstStyle/>
              <a:p>
                <a:r>
                  <a:rPr lang="en-US" sz="2000"/>
                  <a:t>Acquisition functions (12 chosen):</a:t>
                </a:r>
              </a:p>
              <a:p>
                <a:pPr lvl="1"/>
                <a:r>
                  <a:rPr lang="en-US" sz="2000"/>
                  <a:t>UCB/LCB</a:t>
                </a:r>
              </a:p>
              <a:p>
                <a:pPr lvl="1"/>
                <a:r>
                  <a:rPr lang="en-US" sz="2000"/>
                  <a:t>Probability Improvement (PI)</a:t>
                </a:r>
              </a:p>
              <a:p>
                <a:pPr lvl="1"/>
                <a:r>
                  <a:rPr lang="en-US" sz="2000"/>
                  <a:t>Standard EI</a:t>
                </a:r>
              </a:p>
              <a:p>
                <a:pPr lvl="1"/>
                <a:r>
                  <a:rPr lang="en-US" sz="2000"/>
                  <a:t>HAEI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/>
                  <a:t>) </a:t>
                </a:r>
                <a:br>
                  <a:rPr lang="en-US" sz="2000"/>
                </a:br>
                <a:r>
                  <a:rPr lang="en-US" sz="2000"/>
                  <a:t>gamma ↑  -&gt; HAEI avoids aleatoric noise more strongly</a:t>
                </a:r>
              </a:p>
              <a:p>
                <a:pPr lvl="1"/>
                <a:r>
                  <a:rPr lang="en-US" sz="2000"/>
                  <a:t>ANPEI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=0.2, 0.5, 0.8</m:t>
                    </m:r>
                  </m:oMath>
                </a14:m>
                <a:r>
                  <a:rPr lang="en-US" sz="2000"/>
                  <a:t>)</a:t>
                </a:r>
              </a:p>
              <a:p>
                <a:pPr lvl="1"/>
                <a:r>
                  <a:rPr lang="en-US" sz="2000"/>
                  <a:t>RAHBO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/>
                  <a:t>)</a:t>
                </a:r>
                <a:br>
                  <a:rPr lang="en-US" sz="2000"/>
                </a:br>
                <a:r>
                  <a:rPr lang="en-US" sz="2000"/>
                  <a:t>alpha ↑  -&gt; RAHBO penalizes variance more strongly</a:t>
                </a:r>
              </a:p>
              <a:p>
                <a:r>
                  <a:rPr lang="en-US" sz="2000"/>
                  <a:t>Experimental setup sensitivity</a:t>
                </a:r>
              </a:p>
              <a:p>
                <a:pPr lvl="1"/>
                <a:r>
                  <a:rPr lang="en-US" sz="2000" err="1"/>
                  <a:t>n_rep_list</a:t>
                </a:r>
                <a:r>
                  <a:rPr lang="en-US" sz="2000"/>
                  <a:t> = [3, 5, 10]; </a:t>
                </a:r>
              </a:p>
              <a:p>
                <a:pPr lvl="1"/>
                <a:r>
                  <a:rPr lang="en-US" sz="2000"/>
                  <a:t>30 iterations on the BO loop</a:t>
                </a:r>
              </a:p>
            </p:txBody>
          </p:sp>
        </mc:Choice>
        <mc:Fallback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4E6CB119-72DA-3257-E332-B436DE6C4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-5944739"/>
                <a:ext cx="10972800" cy="5383212"/>
              </a:xfrm>
              <a:blipFill>
                <a:blip r:embed="rId2"/>
                <a:stretch>
                  <a:fillRect l="-500" t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F1DE923-7272-AC8B-7A09-85F55C3FB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3"/>
          <a:stretch>
            <a:fillRect/>
          </a:stretch>
        </p:blipFill>
        <p:spPr>
          <a:xfrm>
            <a:off x="247359" y="1064256"/>
            <a:ext cx="6052729" cy="5450843"/>
          </a:xfrm>
          <a:prstGeom prst="rect">
            <a:avLst/>
          </a:prstGeom>
        </p:spPr>
      </p:pic>
      <p:sp>
        <p:nvSpPr>
          <p:cNvPr id="10" name="Shape 3">
            <a:extLst>
              <a:ext uri="{FF2B5EF4-FFF2-40B4-BE49-F238E27FC236}">
                <a16:creationId xmlns:a16="http://schemas.microsoft.com/office/drawing/2014/main" id="{4949DB51-836B-28D6-30DE-F0FEDA75CB76}"/>
              </a:ext>
            </a:extLst>
          </p:cNvPr>
          <p:cNvSpPr/>
          <p:nvPr/>
        </p:nvSpPr>
        <p:spPr>
          <a:xfrm>
            <a:off x="1029589" y="849372"/>
            <a:ext cx="146304" cy="14630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5DD3CB9-7742-B456-E189-2C08C440BA27}"/>
              </a:ext>
            </a:extLst>
          </p:cNvPr>
          <p:cNvSpPr/>
          <p:nvPr/>
        </p:nvSpPr>
        <p:spPr>
          <a:xfrm>
            <a:off x="1249045" y="771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LVGP</a:t>
            </a:r>
            <a:endParaRPr lang="en-US" sz="125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8E36FD6-FC4E-C502-5ADF-FA95BE9F204C}"/>
              </a:ext>
            </a:extLst>
          </p:cNvPr>
          <p:cNvSpPr/>
          <p:nvPr/>
        </p:nvSpPr>
        <p:spPr>
          <a:xfrm>
            <a:off x="2766949" y="849372"/>
            <a:ext cx="146304" cy="146304"/>
          </a:xfrm>
          <a:prstGeom prst="ellipse">
            <a:avLst/>
          </a:prstGeom>
          <a:solidFill>
            <a:srgbClr val="2E9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D83BB42-C495-718E-10D9-8C341051A14A}"/>
              </a:ext>
            </a:extLst>
          </p:cNvPr>
          <p:cNvSpPr/>
          <p:nvPr/>
        </p:nvSpPr>
        <p:spPr>
          <a:xfrm>
            <a:off x="2986405" y="771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GP</a:t>
            </a:r>
            <a:endParaRPr lang="en-US" sz="125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5A07CDE3-F832-489D-CF45-795C34EBBED3}"/>
              </a:ext>
            </a:extLst>
          </p:cNvPr>
          <p:cNvSpPr/>
          <p:nvPr/>
        </p:nvSpPr>
        <p:spPr>
          <a:xfrm>
            <a:off x="4687189" y="849372"/>
            <a:ext cx="146304" cy="146304"/>
          </a:xfrm>
          <a:prstGeom prst="ellipse">
            <a:avLst/>
          </a:prstGeom>
          <a:solidFill>
            <a:srgbClr val="C94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36CE0D8-BE3C-8EA0-169E-F35163BC06CF}"/>
              </a:ext>
            </a:extLst>
          </p:cNvPr>
          <p:cNvSpPr/>
          <p:nvPr/>
        </p:nvSpPr>
        <p:spPr>
          <a:xfrm>
            <a:off x="4906645" y="77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GP</a:t>
            </a:r>
            <a:endParaRPr lang="en-US" sz="12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51D06B-D7FD-671F-9CDC-F6C38610CECA}"/>
              </a:ext>
            </a:extLst>
          </p:cNvPr>
          <p:cNvSpPr txBox="1"/>
          <p:nvPr/>
        </p:nvSpPr>
        <p:spPr>
          <a:xfrm>
            <a:off x="6495705" y="1156454"/>
            <a:ext cx="54489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LVGP reaches the lowest regret first</a:t>
            </a:r>
            <a:r>
              <a:rPr lang="en-US"/>
              <a:t> in nearly every panel, even order of magnitude on some of the risk-aware acquisitions.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The Categorical GP is consistently in the middle, </a:t>
            </a:r>
            <a:r>
              <a:rPr lang="en-US"/>
              <a:t>faster than the Per-category GP, an behind LVGP.</a:t>
            </a:r>
          </a:p>
        </p:txBody>
      </p:sp>
    </p:spTree>
    <p:extLst>
      <p:ext uri="{BB962C8B-B14F-4D97-AF65-F5344CB8AC3E}">
        <p14:creationId xmlns:p14="http://schemas.microsoft.com/office/powerpoint/2010/main" val="3236081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63ED-9AC1-AA26-54D4-A7F0336F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232A-2639-2B6D-DA60-55EE9834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 Case Study on a Test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9C728-00C4-2FD5-36EA-778ED02CB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81A4E35E-60BF-B1EE-F6D9-12E86CF147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" y="-5944739"/>
                <a:ext cx="10972800" cy="5383212"/>
              </a:xfrm>
            </p:spPr>
            <p:txBody>
              <a:bodyPr/>
              <a:lstStyle/>
              <a:p>
                <a:r>
                  <a:rPr lang="en-US" sz="2000"/>
                  <a:t>Acquisition functions (12 chosen):</a:t>
                </a:r>
              </a:p>
              <a:p>
                <a:pPr lvl="1"/>
                <a:r>
                  <a:rPr lang="en-US" sz="2000"/>
                  <a:t>UCB/LCB</a:t>
                </a:r>
              </a:p>
              <a:p>
                <a:pPr lvl="1"/>
                <a:r>
                  <a:rPr lang="en-US" sz="2000"/>
                  <a:t>Probability Improvement (PI)</a:t>
                </a:r>
              </a:p>
              <a:p>
                <a:pPr lvl="1"/>
                <a:r>
                  <a:rPr lang="en-US" sz="2000"/>
                  <a:t>Standard EI</a:t>
                </a:r>
              </a:p>
              <a:p>
                <a:pPr lvl="1"/>
                <a:r>
                  <a:rPr lang="en-US" sz="2000"/>
                  <a:t>HAEI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/>
                  <a:t>) </a:t>
                </a:r>
                <a:br>
                  <a:rPr lang="en-US" sz="2000"/>
                </a:br>
                <a:r>
                  <a:rPr lang="en-US" sz="2000"/>
                  <a:t>gamma ↑  -&gt; HAEI avoids aleatoric noise more strongly</a:t>
                </a:r>
              </a:p>
              <a:p>
                <a:pPr lvl="1"/>
                <a:r>
                  <a:rPr lang="en-US" sz="2000"/>
                  <a:t>ANPEI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=0.2, 0.5, 0.8</m:t>
                    </m:r>
                  </m:oMath>
                </a14:m>
                <a:r>
                  <a:rPr lang="en-US" sz="2000"/>
                  <a:t>)</a:t>
                </a:r>
              </a:p>
              <a:p>
                <a:pPr lvl="1"/>
                <a:r>
                  <a:rPr lang="en-US" sz="2000"/>
                  <a:t>RAHBO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=0.1, 0.5, 1, 2, 5, 10</m:t>
                    </m:r>
                  </m:oMath>
                </a14:m>
                <a:r>
                  <a:rPr lang="en-US" sz="2000"/>
                  <a:t>)</a:t>
                </a:r>
                <a:br>
                  <a:rPr lang="en-US" sz="2000"/>
                </a:br>
                <a:r>
                  <a:rPr lang="en-US" sz="2000"/>
                  <a:t>alpha ↑  -&gt; RAHBO penalizes variance more strongly</a:t>
                </a:r>
              </a:p>
              <a:p>
                <a:r>
                  <a:rPr lang="en-US" sz="2000"/>
                  <a:t>Experimental setup sensitivity</a:t>
                </a:r>
              </a:p>
              <a:p>
                <a:pPr lvl="1"/>
                <a:r>
                  <a:rPr lang="en-US" sz="2000" err="1"/>
                  <a:t>n_rep_list</a:t>
                </a:r>
                <a:r>
                  <a:rPr lang="en-US" sz="2000"/>
                  <a:t> = [3, 5, 10]; </a:t>
                </a:r>
              </a:p>
              <a:p>
                <a:pPr lvl="1"/>
                <a:r>
                  <a:rPr lang="en-US" sz="2000"/>
                  <a:t>30 iterations on the BO loop</a:t>
                </a:r>
              </a:p>
            </p:txBody>
          </p:sp>
        </mc:Choice>
        <mc:Fallback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81A4E35E-60BF-B1EE-F6D9-12E86CF14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-5944739"/>
                <a:ext cx="10972800" cy="5383212"/>
              </a:xfrm>
              <a:blipFill>
                <a:blip r:embed="rId3"/>
                <a:stretch>
                  <a:fillRect l="-500" t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3">
            <a:extLst>
              <a:ext uri="{FF2B5EF4-FFF2-40B4-BE49-F238E27FC236}">
                <a16:creationId xmlns:a16="http://schemas.microsoft.com/office/drawing/2014/main" id="{0553FCB9-DE97-5553-D35C-0E706B1B5247}"/>
              </a:ext>
            </a:extLst>
          </p:cNvPr>
          <p:cNvSpPr/>
          <p:nvPr/>
        </p:nvSpPr>
        <p:spPr>
          <a:xfrm>
            <a:off x="3553714" y="1005783"/>
            <a:ext cx="146304" cy="14630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B7F4CBB-2577-F13F-7A84-2A898E03C093}"/>
              </a:ext>
            </a:extLst>
          </p:cNvPr>
          <p:cNvSpPr/>
          <p:nvPr/>
        </p:nvSpPr>
        <p:spPr>
          <a:xfrm>
            <a:off x="3773170" y="928059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LVGP</a:t>
            </a:r>
            <a:endParaRPr lang="en-US" sz="125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7073F8B-02CF-9098-47F7-022C66FFFF7F}"/>
              </a:ext>
            </a:extLst>
          </p:cNvPr>
          <p:cNvSpPr/>
          <p:nvPr/>
        </p:nvSpPr>
        <p:spPr>
          <a:xfrm>
            <a:off x="5291074" y="1005783"/>
            <a:ext cx="146304" cy="146304"/>
          </a:xfrm>
          <a:prstGeom prst="ellipse">
            <a:avLst/>
          </a:prstGeom>
          <a:solidFill>
            <a:srgbClr val="2E9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8E753A2-388D-C5FB-18C0-9508DFDDB391}"/>
              </a:ext>
            </a:extLst>
          </p:cNvPr>
          <p:cNvSpPr/>
          <p:nvPr/>
        </p:nvSpPr>
        <p:spPr>
          <a:xfrm>
            <a:off x="5510530" y="928059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GP</a:t>
            </a:r>
            <a:endParaRPr lang="en-US" sz="125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FE7CC1A8-1E45-3B6C-0839-B9166CA98A0F}"/>
              </a:ext>
            </a:extLst>
          </p:cNvPr>
          <p:cNvSpPr/>
          <p:nvPr/>
        </p:nvSpPr>
        <p:spPr>
          <a:xfrm>
            <a:off x="7211314" y="1005783"/>
            <a:ext cx="146304" cy="146304"/>
          </a:xfrm>
          <a:prstGeom prst="ellipse">
            <a:avLst/>
          </a:prstGeom>
          <a:solidFill>
            <a:srgbClr val="C94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C06356F-02B6-0CAF-1869-2106BA122CBF}"/>
              </a:ext>
            </a:extLst>
          </p:cNvPr>
          <p:cNvSpPr/>
          <p:nvPr/>
        </p:nvSpPr>
        <p:spPr>
          <a:xfrm>
            <a:off x="7430770" y="92805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GP</a:t>
            </a:r>
            <a:endParaRPr lang="en-US" sz="12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BA397-E4D0-5978-F6BF-E77B682455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32"/>
          <a:stretch>
            <a:fillRect/>
          </a:stretch>
        </p:blipFill>
        <p:spPr>
          <a:xfrm>
            <a:off x="484441" y="1152087"/>
            <a:ext cx="10882059" cy="376723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23FEFE-2D62-627A-A4E1-30BEB4C83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02911"/>
              </p:ext>
            </p:extLst>
          </p:nvPr>
        </p:nvGraphicFramePr>
        <p:xfrm>
          <a:off x="6867525" y="4919325"/>
          <a:ext cx="4639692" cy="1192296"/>
        </p:xfrm>
        <a:graphic>
          <a:graphicData uri="http://schemas.openxmlformats.org/drawingml/2006/table">
            <a:tbl>
              <a:tblPr/>
              <a:tblGrid>
                <a:gridCol w="1238270">
                  <a:extLst>
                    <a:ext uri="{9D8B030D-6E8A-4147-A177-3AD203B41FA5}">
                      <a16:colId xmlns:a16="http://schemas.microsoft.com/office/drawing/2014/main" val="3548142364"/>
                    </a:ext>
                  </a:extLst>
                </a:gridCol>
                <a:gridCol w="401292">
                  <a:extLst>
                    <a:ext uri="{9D8B030D-6E8A-4147-A177-3AD203B41FA5}">
                      <a16:colId xmlns:a16="http://schemas.microsoft.com/office/drawing/2014/main" val="1930394192"/>
                    </a:ext>
                  </a:extLst>
                </a:gridCol>
                <a:gridCol w="630600">
                  <a:extLst>
                    <a:ext uri="{9D8B030D-6E8A-4147-A177-3AD203B41FA5}">
                      <a16:colId xmlns:a16="http://schemas.microsoft.com/office/drawing/2014/main" val="494971227"/>
                    </a:ext>
                  </a:extLst>
                </a:gridCol>
                <a:gridCol w="642066">
                  <a:extLst>
                    <a:ext uri="{9D8B030D-6E8A-4147-A177-3AD203B41FA5}">
                      <a16:colId xmlns:a16="http://schemas.microsoft.com/office/drawing/2014/main" val="3639943492"/>
                    </a:ext>
                  </a:extLst>
                </a:gridCol>
                <a:gridCol w="1727464">
                  <a:extLst>
                    <a:ext uri="{9D8B030D-6E8A-4147-A177-3AD203B41FA5}">
                      <a16:colId xmlns:a16="http://schemas.microsoft.com/office/drawing/2014/main" val="925837636"/>
                    </a:ext>
                  </a:extLst>
                </a:gridCol>
              </a:tblGrid>
              <a:tr h="2980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mean_s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total_hr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runtime relative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316793"/>
                  </a:ext>
                </a:extLst>
              </a:tr>
              <a:tr h="2980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LVGP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160263"/>
                  </a:ext>
                </a:extLst>
              </a:tr>
              <a:tr h="2980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Per-category 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00458"/>
                  </a:ext>
                </a:extLst>
              </a:tr>
              <a:tr h="2980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Categorical 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627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8D6F39-D5A9-91D7-7092-A9E87A10A1B1}"/>
              </a:ext>
            </a:extLst>
          </p:cNvPr>
          <p:cNvSpPr txBox="1"/>
          <p:nvPr/>
        </p:nvSpPr>
        <p:spPr>
          <a:xfrm>
            <a:off x="762000" y="4991100"/>
            <a:ext cx="5457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</a:rPr>
              <a:t>LVGP is the slowest across the 3 methods</a:t>
            </a:r>
          </a:p>
          <a:p>
            <a:pPr algn="ctr"/>
            <a:endParaRPr lang="en-US">
              <a:solidFill>
                <a:srgbClr val="000000"/>
              </a:solidFill>
            </a:endParaRPr>
          </a:p>
          <a:p>
            <a:pPr algn="ctr"/>
            <a:r>
              <a:rPr lang="en-US">
                <a:solidFill>
                  <a:srgbClr val="000000"/>
                </a:solidFill>
              </a:rPr>
              <a:t>LVGP is built on MATLAB, the other 2 are built on python + </a:t>
            </a:r>
            <a:r>
              <a:rPr lang="en-US" err="1">
                <a:solidFill>
                  <a:srgbClr val="000000"/>
                </a:solidFill>
              </a:rPr>
              <a:t>BoTorch</a:t>
            </a:r>
            <a:r>
              <a:rPr lang="en-US">
                <a:solidFill>
                  <a:srgbClr val="000000"/>
                </a:solidFill>
              </a:rPr>
              <a:t> (</a:t>
            </a:r>
            <a:r>
              <a:rPr lang="en-US" err="1">
                <a:solidFill>
                  <a:srgbClr val="000000"/>
                </a:solidFill>
              </a:rPr>
              <a:t>PyTorch</a:t>
            </a:r>
            <a:r>
              <a:rPr lang="en-US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9527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364D1-767A-FD1E-3320-F9066B38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514B-B569-C43B-F975-3541BE8C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200">
                <a:latin typeface="Aptos" panose="02110004020202020204"/>
              </a:rPr>
              <a:t>Polynomial implementation – (From paper)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9ABB0-1626-49CD-1F4D-D0D2C55E0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4AF64-FC92-4E4E-9E42-CF08351F9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B166E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5ECAD1-D9E5-4B27-9CD2-352151CE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0" y="1000036"/>
            <a:ext cx="5170477" cy="286704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14D0DB-19CA-F4ED-82B7-8F05479048F3}"/>
              </a:ext>
            </a:extLst>
          </p:cNvPr>
          <p:cNvCxnSpPr>
            <a:cxnSpLocks/>
          </p:cNvCxnSpPr>
          <p:nvPr/>
        </p:nvCxnSpPr>
        <p:spPr>
          <a:xfrm>
            <a:off x="5577840" y="952901"/>
            <a:ext cx="0" cy="5700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0E0761-8466-E13C-BA97-1FB4E15824D6}"/>
              </a:ext>
            </a:extLst>
          </p:cNvPr>
          <p:cNvSpPr/>
          <p:nvPr/>
        </p:nvSpPr>
        <p:spPr>
          <a:xfrm>
            <a:off x="5881623" y="952901"/>
            <a:ext cx="5850127" cy="4934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Steps for implementation according to paper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2F0D1-F54F-2FF6-ABAA-5ACC959F6414}"/>
              </a:ext>
            </a:extLst>
          </p:cNvPr>
          <p:cNvSpPr txBox="1"/>
          <p:nvPr/>
        </p:nvSpPr>
        <p:spPr>
          <a:xfrm>
            <a:off x="12282423" y="1708582"/>
            <a:ext cx="59232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Data Normalization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Model Definition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GP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42F2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Automatic Relevance Determination Radial Basis Function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polynomial regression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Prior Assignment: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Assign prior distributions to the hyperparameters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Loss Function Setup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Optimization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Prediction and metrics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8B6A4D-2F79-8E64-D94F-0C3D179E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4666" y="2475483"/>
            <a:ext cx="2638793" cy="40963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5B95595-11E5-D025-816D-2EFD7BFBC82C}"/>
              </a:ext>
            </a:extLst>
          </p:cNvPr>
          <p:cNvGrpSpPr/>
          <p:nvPr/>
        </p:nvGrpSpPr>
        <p:grpSpPr>
          <a:xfrm>
            <a:off x="5791199" y="1714500"/>
            <a:ext cx="2376173" cy="1714500"/>
            <a:chOff x="5791199" y="1714500"/>
            <a:chExt cx="2376173" cy="1930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0E20445-78F3-592B-59A8-95970438368A}"/>
                </a:ext>
              </a:extLst>
            </p:cNvPr>
            <p:cNvSpPr/>
            <p:nvPr/>
          </p:nvSpPr>
          <p:spPr>
            <a:xfrm>
              <a:off x="5791199" y="1714500"/>
              <a:ext cx="2376173" cy="1930400"/>
            </a:xfrm>
            <a:prstGeom prst="roundRect">
              <a:avLst>
                <a:gd name="adj" fmla="val 1004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1" name="Rectangle: Top Corners Rounded 20">
              <a:extLst>
                <a:ext uri="{FF2B5EF4-FFF2-40B4-BE49-F238E27FC236}">
                  <a16:creationId xmlns:a16="http://schemas.microsoft.com/office/drawing/2014/main" id="{B9455369-0B25-2A52-F10D-9F0E490F5B61}"/>
                </a:ext>
              </a:extLst>
            </p:cNvPr>
            <p:cNvSpPr/>
            <p:nvPr/>
          </p:nvSpPr>
          <p:spPr>
            <a:xfrm>
              <a:off x="5791200" y="1719802"/>
              <a:ext cx="2376172" cy="318548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GP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AC1875C8-0242-E6DC-7658-11E815DE27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380"/>
          <a:stretch>
            <a:fillRect/>
          </a:stretch>
        </p:blipFill>
        <p:spPr>
          <a:xfrm>
            <a:off x="6066277" y="2111830"/>
            <a:ext cx="1452124" cy="493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4EC2C6E-8240-9BD0-FB2C-1D360AE60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567"/>
          <a:stretch>
            <a:fillRect/>
          </a:stretch>
        </p:blipFill>
        <p:spPr>
          <a:xfrm>
            <a:off x="6036584" y="2543730"/>
            <a:ext cx="1820546" cy="49345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A260CF9-0554-1E67-4CF4-4E0C13A62305}"/>
              </a:ext>
            </a:extLst>
          </p:cNvPr>
          <p:cNvSpPr/>
          <p:nvPr/>
        </p:nvSpPr>
        <p:spPr>
          <a:xfrm>
            <a:off x="5947612" y="2387838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261B71-65C9-ACFD-021C-59014141A573}"/>
              </a:ext>
            </a:extLst>
          </p:cNvPr>
          <p:cNvSpPr/>
          <p:nvPr/>
        </p:nvSpPr>
        <p:spPr>
          <a:xfrm>
            <a:off x="5928915" y="279375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F32F83-A0B8-A5E1-C3E0-A86E6359BE8C}"/>
              </a:ext>
            </a:extLst>
          </p:cNvPr>
          <p:cNvGrpSpPr/>
          <p:nvPr/>
        </p:nvGrpSpPr>
        <p:grpSpPr>
          <a:xfrm>
            <a:off x="8504807" y="1624619"/>
            <a:ext cx="3318873" cy="1913050"/>
            <a:chOff x="5791199" y="1714500"/>
            <a:chExt cx="2376173" cy="19304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057C437-7B76-960F-573C-1B2FCB9A0192}"/>
                </a:ext>
              </a:extLst>
            </p:cNvPr>
            <p:cNvSpPr/>
            <p:nvPr/>
          </p:nvSpPr>
          <p:spPr>
            <a:xfrm>
              <a:off x="5791199" y="1714500"/>
              <a:ext cx="2376173" cy="1930400"/>
            </a:xfrm>
            <a:prstGeom prst="roundRect">
              <a:avLst>
                <a:gd name="adj" fmla="val 1004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091725C4-0D13-DCBF-4190-FC3667CF90A6}"/>
                </a:ext>
              </a:extLst>
            </p:cNvPr>
            <p:cNvSpPr/>
            <p:nvPr/>
          </p:nvSpPr>
          <p:spPr>
            <a:xfrm>
              <a:off x="5791200" y="1719802"/>
              <a:ext cx="2376172" cy="318548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ARD-RBF Kernel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6FBAC34-942E-0190-13A4-6A6F3F99A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5293" y="2027745"/>
            <a:ext cx="2857899" cy="1305107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F1A4E44-0B23-A04C-005D-26F487D295CE}"/>
              </a:ext>
            </a:extLst>
          </p:cNvPr>
          <p:cNvGrpSpPr/>
          <p:nvPr/>
        </p:nvGrpSpPr>
        <p:grpSpPr>
          <a:xfrm>
            <a:off x="5788462" y="3765550"/>
            <a:ext cx="2716341" cy="1925830"/>
            <a:chOff x="5791199" y="1714500"/>
            <a:chExt cx="2376173" cy="19304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FC33885-F251-D4EC-87C1-D7D7774FC120}"/>
                </a:ext>
              </a:extLst>
            </p:cNvPr>
            <p:cNvSpPr/>
            <p:nvPr/>
          </p:nvSpPr>
          <p:spPr>
            <a:xfrm>
              <a:off x="5791199" y="1714500"/>
              <a:ext cx="2376173" cy="1930400"/>
            </a:xfrm>
            <a:prstGeom prst="roundRect">
              <a:avLst>
                <a:gd name="adj" fmla="val 1004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33ED6C8D-8C99-8BBF-E5F0-D7704B38323E}"/>
                </a:ext>
              </a:extLst>
            </p:cNvPr>
            <p:cNvSpPr/>
            <p:nvPr/>
          </p:nvSpPr>
          <p:spPr>
            <a:xfrm>
              <a:off x="5791200" y="1719802"/>
              <a:ext cx="2376172" cy="318548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Polynomial Regression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EFDEAC81-F60D-6977-6DFA-2507BE1A48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937"/>
          <a:stretch>
            <a:fillRect/>
          </a:stretch>
        </p:blipFill>
        <p:spPr>
          <a:xfrm>
            <a:off x="6394016" y="4288535"/>
            <a:ext cx="1826884" cy="10764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CE1C12C-37B9-3035-5801-DD66AD82F0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92" r="85489"/>
          <a:stretch>
            <a:fillRect/>
          </a:stretch>
        </p:blipFill>
        <p:spPr>
          <a:xfrm>
            <a:off x="5947612" y="4288535"/>
            <a:ext cx="434066" cy="107647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692397E-495B-841E-1B12-636EF9E8AED0}"/>
              </a:ext>
            </a:extLst>
          </p:cNvPr>
          <p:cNvSpPr txBox="1"/>
          <p:nvPr/>
        </p:nvSpPr>
        <p:spPr>
          <a:xfrm>
            <a:off x="5577839" y="5770458"/>
            <a:ext cx="33188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8D6D6">
                    <a:lumMod val="50000"/>
                  </a:srgb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The paper also describes steps for multi-dimensional input cases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686112-E8BD-2884-EEAB-A402A949A3E7}"/>
              </a:ext>
            </a:extLst>
          </p:cNvPr>
          <p:cNvCxnSpPr/>
          <p:nvPr/>
        </p:nvCxnSpPr>
        <p:spPr>
          <a:xfrm>
            <a:off x="6975834" y="2981131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6BF1030-5439-572B-2B2A-9D153345FD70}"/>
              </a:ext>
            </a:extLst>
          </p:cNvPr>
          <p:cNvSpPr txBox="1"/>
          <p:nvPr/>
        </p:nvSpPr>
        <p:spPr>
          <a:xfrm>
            <a:off x="5829841" y="3099207"/>
            <a:ext cx="2291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Location dependent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42159B-EFFA-352F-63AA-BD068BD7DC5F}"/>
              </a:ext>
            </a:extLst>
          </p:cNvPr>
          <p:cNvCxnSpPr>
            <a:cxnSpLocks/>
          </p:cNvCxnSpPr>
          <p:nvPr/>
        </p:nvCxnSpPr>
        <p:spPr>
          <a:xfrm flipV="1">
            <a:off x="7329339" y="3007519"/>
            <a:ext cx="0" cy="1674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44C66D-1EB4-77D6-17B7-4CC939B46420}"/>
              </a:ext>
            </a:extLst>
          </p:cNvPr>
          <p:cNvGrpSpPr/>
          <p:nvPr/>
        </p:nvGrpSpPr>
        <p:grpSpPr>
          <a:xfrm>
            <a:off x="8679643" y="3765550"/>
            <a:ext cx="3144037" cy="1925830"/>
            <a:chOff x="5791199" y="1714500"/>
            <a:chExt cx="2376173" cy="193040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8C2EBCE-B93A-6CDF-25B5-B79CBEA6146D}"/>
                </a:ext>
              </a:extLst>
            </p:cNvPr>
            <p:cNvSpPr/>
            <p:nvPr/>
          </p:nvSpPr>
          <p:spPr>
            <a:xfrm>
              <a:off x="5791199" y="1714500"/>
              <a:ext cx="2376173" cy="1930400"/>
            </a:xfrm>
            <a:prstGeom prst="roundRect">
              <a:avLst>
                <a:gd name="adj" fmla="val 1004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FF8F2BE4-5FD0-B77D-3B73-4F3CF13499A2}"/>
                </a:ext>
              </a:extLst>
            </p:cNvPr>
            <p:cNvSpPr/>
            <p:nvPr/>
          </p:nvSpPr>
          <p:spPr>
            <a:xfrm>
              <a:off x="5791200" y="1719802"/>
              <a:ext cx="2376172" cy="318548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rPr>
                <a:t>MAP Loss</a:t>
              </a: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802F841B-035F-250D-FD30-7F47A904E3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7321" y="4482838"/>
            <a:ext cx="2904429" cy="72878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2C6A2CC-8B75-5069-3488-BD9DB2BB1FD0}"/>
              </a:ext>
            </a:extLst>
          </p:cNvPr>
          <p:cNvGrpSpPr/>
          <p:nvPr/>
        </p:nvGrpSpPr>
        <p:grpSpPr>
          <a:xfrm>
            <a:off x="62669" y="4430687"/>
            <a:ext cx="5438821" cy="1731264"/>
            <a:chOff x="6204539" y="4608576"/>
            <a:chExt cx="5438821" cy="1731264"/>
          </a:xfrm>
        </p:grpSpPr>
        <p:sp>
          <p:nvSpPr>
            <p:cNvPr id="5" name="Shape 37">
              <a:extLst>
                <a:ext uri="{FF2B5EF4-FFF2-40B4-BE49-F238E27FC236}">
                  <a16:creationId xmlns:a16="http://schemas.microsoft.com/office/drawing/2014/main" id="{B6AD1145-B115-7DB1-D5D9-9201C603338A}"/>
                </a:ext>
              </a:extLst>
            </p:cNvPr>
            <p:cNvSpPr/>
            <p:nvPr/>
          </p:nvSpPr>
          <p:spPr>
            <a:xfrm>
              <a:off x="6204539" y="4608576"/>
              <a:ext cx="5379551" cy="1731264"/>
            </a:xfrm>
            <a:prstGeom prst="rect">
              <a:avLst/>
            </a:prstGeom>
            <a:solidFill>
              <a:srgbClr val="F9F9F9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6" name="Shape 38">
              <a:extLst>
                <a:ext uri="{FF2B5EF4-FFF2-40B4-BE49-F238E27FC236}">
                  <a16:creationId xmlns:a16="http://schemas.microsoft.com/office/drawing/2014/main" id="{9C71B8E7-DDA5-3FF7-1F54-56041CFB6CB7}"/>
                </a:ext>
              </a:extLst>
            </p:cNvPr>
            <p:cNvSpPr/>
            <p:nvPr/>
          </p:nvSpPr>
          <p:spPr>
            <a:xfrm>
              <a:off x="6217920" y="4608576"/>
              <a:ext cx="85344" cy="1731264"/>
            </a:xfrm>
            <a:prstGeom prst="rect">
              <a:avLst/>
            </a:prstGeom>
            <a:solidFill>
              <a:srgbClr val="E36C09"/>
            </a:solidFill>
            <a:ln w="12700">
              <a:solidFill>
                <a:srgbClr val="E36C0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7" name="Text 39">
              <a:extLst>
                <a:ext uri="{FF2B5EF4-FFF2-40B4-BE49-F238E27FC236}">
                  <a16:creationId xmlns:a16="http://schemas.microsoft.com/office/drawing/2014/main" id="{E770BF99-9B2C-F590-AA27-E4D83B5DBFE2}"/>
                </a:ext>
              </a:extLst>
            </p:cNvPr>
            <p:cNvSpPr/>
            <p:nvPr/>
          </p:nvSpPr>
          <p:spPr>
            <a:xfrm>
              <a:off x="6400800" y="4657344"/>
              <a:ext cx="52425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67" b="1" i="0" u="none" strike="noStrike" kern="1200" cap="none" spc="0" normalizeH="0" baseline="0" noProof="0">
                  <a:ln>
                    <a:noFill/>
                  </a:ln>
                  <a:solidFill>
                    <a:srgbClr val="E36C09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difference from noise-free GP</a:t>
              </a:r>
              <a:endPara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9" name="Text 40">
              <a:extLst>
                <a:ext uri="{FF2B5EF4-FFF2-40B4-BE49-F238E27FC236}">
                  <a16:creationId xmlns:a16="http://schemas.microsoft.com/office/drawing/2014/main" id="{F49CDF19-EEFD-B6C7-DB39-2EFB398B6C66}"/>
                </a:ext>
              </a:extLst>
            </p:cNvPr>
            <p:cNvSpPr/>
            <p:nvPr/>
          </p:nvSpPr>
          <p:spPr>
            <a:xfrm>
              <a:off x="6400800" y="4974336"/>
              <a:ext cx="52425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σ²(X)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is no longer a single scalar constant,  it is a 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F386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polynomial function of the inputs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learned jointly with the GP kernel hyperparameters via MAP estimation.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42F2E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9295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DB9A-30F2-4CDB-9DDE-7971C7A1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0CD83A-9233-E3D9-4D10-B3D21DCB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Experiment 1 - replicated samples (5 sites x 10 reps per level)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60C58F-25F3-3FF0-7B8A-0025C61D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1143349"/>
            <a:ext cx="12142123" cy="45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2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21693-8702-8C7F-8D3B-C5046B5A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5FCE6C-CC64-7268-D5F7-D267FB78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"/>
            <a:r>
              <a:rPr lang="en-US">
                <a:latin typeface="Calibri" panose="020F0502020204030204" pitchFamily="34" charset="0"/>
              </a:rPr>
              <a:t>Experiment 1 - replicated samples (5 sites x 10 reps per level)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BE33808-2AB8-9479-344C-98E8D7A44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8006"/>
              </p:ext>
            </p:extLst>
          </p:nvPr>
        </p:nvGraphicFramePr>
        <p:xfrm>
          <a:off x="267285" y="1252024"/>
          <a:ext cx="11465169" cy="3235568"/>
        </p:xfrm>
        <a:graphic>
          <a:graphicData uri="http://schemas.openxmlformats.org/drawingml/2006/table">
            <a:tbl>
              <a:tblPr/>
              <a:tblGrid>
                <a:gridCol w="1023677">
                  <a:extLst>
                    <a:ext uri="{9D8B030D-6E8A-4147-A177-3AD203B41FA5}">
                      <a16:colId xmlns:a16="http://schemas.microsoft.com/office/drawing/2014/main" val="362178612"/>
                    </a:ext>
                  </a:extLst>
                </a:gridCol>
                <a:gridCol w="1438641">
                  <a:extLst>
                    <a:ext uri="{9D8B030D-6E8A-4147-A177-3AD203B41FA5}">
                      <a16:colId xmlns:a16="http://schemas.microsoft.com/office/drawing/2014/main" val="1846330282"/>
                    </a:ext>
                  </a:extLst>
                </a:gridCol>
                <a:gridCol w="1231159">
                  <a:extLst>
                    <a:ext uri="{9D8B030D-6E8A-4147-A177-3AD203B41FA5}">
                      <a16:colId xmlns:a16="http://schemas.microsoft.com/office/drawing/2014/main" val="4222371757"/>
                    </a:ext>
                  </a:extLst>
                </a:gridCol>
                <a:gridCol w="1231159">
                  <a:extLst>
                    <a:ext uri="{9D8B030D-6E8A-4147-A177-3AD203B41FA5}">
                      <a16:colId xmlns:a16="http://schemas.microsoft.com/office/drawing/2014/main" val="3850631119"/>
                    </a:ext>
                  </a:extLst>
                </a:gridCol>
                <a:gridCol w="1423528">
                  <a:extLst>
                    <a:ext uri="{9D8B030D-6E8A-4147-A177-3AD203B41FA5}">
                      <a16:colId xmlns:a16="http://schemas.microsoft.com/office/drawing/2014/main" val="2717373413"/>
                    </a:ext>
                  </a:extLst>
                </a:gridCol>
                <a:gridCol w="1231159">
                  <a:extLst>
                    <a:ext uri="{9D8B030D-6E8A-4147-A177-3AD203B41FA5}">
                      <a16:colId xmlns:a16="http://schemas.microsoft.com/office/drawing/2014/main" val="3269981541"/>
                    </a:ext>
                  </a:extLst>
                </a:gridCol>
                <a:gridCol w="1231159">
                  <a:extLst>
                    <a:ext uri="{9D8B030D-6E8A-4147-A177-3AD203B41FA5}">
                      <a16:colId xmlns:a16="http://schemas.microsoft.com/office/drawing/2014/main" val="4104050244"/>
                    </a:ext>
                  </a:extLst>
                </a:gridCol>
                <a:gridCol w="1231159">
                  <a:extLst>
                    <a:ext uri="{9D8B030D-6E8A-4147-A177-3AD203B41FA5}">
                      <a16:colId xmlns:a16="http://schemas.microsoft.com/office/drawing/2014/main" val="78342238"/>
                    </a:ext>
                  </a:extLst>
                </a:gridCol>
                <a:gridCol w="1423528">
                  <a:extLst>
                    <a:ext uri="{9D8B030D-6E8A-4147-A177-3AD203B41FA5}">
                      <a16:colId xmlns:a16="http://schemas.microsoft.com/office/drawing/2014/main" val="383022826"/>
                    </a:ext>
                  </a:extLst>
                </a:gridCol>
              </a:tblGrid>
              <a:tr h="4044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Per-category GP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HGPR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428577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RRMSE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COVERAGE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RRMSE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COVERAGE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73531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6.7351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158.0434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7.1052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163.611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61211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12.9674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211.0685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9.2301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211.6895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945851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7.8141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72.2378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10.8792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201.6838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854768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14.3607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171.8013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8.7962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207.3722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422854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10.1064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128.7969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208.9551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586909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10.3967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198.6623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245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608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431E-690D-9A33-E3FE-6F922ED0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0F33CF-62F7-99AE-692C-AC178AE3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2 — 50 distributed samples (no replicates)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B87BB-B35E-68FE-CD22-0BAB8B03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9"/>
          <a:stretch>
            <a:fillRect/>
          </a:stretch>
        </p:blipFill>
        <p:spPr>
          <a:xfrm>
            <a:off x="0" y="1041009"/>
            <a:ext cx="12192000" cy="43500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63CDB6-8020-82B0-A65E-A53EBF834830}"/>
              </a:ext>
            </a:extLst>
          </p:cNvPr>
          <p:cNvSpPr txBox="1"/>
          <p:nvPr/>
        </p:nvSpPr>
        <p:spPr>
          <a:xfrm>
            <a:off x="8267114" y="5752653"/>
            <a:ext cx="392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Botorch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 is not capable of modeling the noise in this case</a:t>
            </a:r>
          </a:p>
        </p:txBody>
      </p:sp>
    </p:spTree>
    <p:extLst>
      <p:ext uri="{BB962C8B-B14F-4D97-AF65-F5344CB8AC3E}">
        <p14:creationId xmlns:p14="http://schemas.microsoft.com/office/powerpoint/2010/main" val="2666478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91C4-58CE-3426-25C9-837F4136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BBC95A-6388-0D12-72EB-BBB0609E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2 — distributed samples (no replicates)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E9A714-202D-44FC-B536-0C1581B1E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524168"/>
              </p:ext>
            </p:extLst>
          </p:nvPr>
        </p:nvGraphicFramePr>
        <p:xfrm>
          <a:off x="304801" y="1204685"/>
          <a:ext cx="11538856" cy="3367312"/>
        </p:xfrm>
        <a:graphic>
          <a:graphicData uri="http://schemas.openxmlformats.org/drawingml/2006/table">
            <a:tbl>
              <a:tblPr/>
              <a:tblGrid>
                <a:gridCol w="1070616">
                  <a:extLst>
                    <a:ext uri="{9D8B030D-6E8A-4147-A177-3AD203B41FA5}">
                      <a16:colId xmlns:a16="http://schemas.microsoft.com/office/drawing/2014/main" val="3930489095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3960716039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1988034766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2406950835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2203074925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1036481054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607191191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1490309207"/>
                    </a:ext>
                  </a:extLst>
                </a:gridCol>
                <a:gridCol w="1308530">
                  <a:extLst>
                    <a:ext uri="{9D8B030D-6E8A-4147-A177-3AD203B41FA5}">
                      <a16:colId xmlns:a16="http://schemas.microsoft.com/office/drawing/2014/main" val="3884026145"/>
                    </a:ext>
                  </a:extLst>
                </a:gridCol>
              </a:tblGrid>
              <a:tr h="4209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Per-category GP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HGPR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67223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RRMSE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COVERAGE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RRMSE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COVERAGE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381410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2.3911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44.945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18.0854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598824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66.1033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10.8903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219054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9.7981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958952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1.1924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7.239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961717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2.2659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26.9855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675052"/>
                  </a:ext>
                </a:extLst>
              </a:tr>
              <a:tr h="420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2.1285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35.5566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12.2616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372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99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IDEAL_mod_NU_clean_roboto">
  <a:themeElements>
    <a:clrScheme name="NU Color Scheme">
      <a:dk1>
        <a:srgbClr val="342F2E"/>
      </a:dk1>
      <a:lt1>
        <a:sysClr val="window" lastClr="FFFFFF"/>
      </a:lt1>
      <a:dk2>
        <a:srgbClr val="4E2A84"/>
      </a:dk2>
      <a:lt2>
        <a:srgbClr val="D8D6D6"/>
      </a:lt2>
      <a:accent1>
        <a:srgbClr val="401F68"/>
      </a:accent1>
      <a:accent2>
        <a:srgbClr val="007FA4"/>
      </a:accent2>
      <a:accent3>
        <a:srgbClr val="0D2D6C"/>
      </a:accent3>
      <a:accent4>
        <a:srgbClr val="D9C826"/>
      </a:accent4>
      <a:accent5>
        <a:srgbClr val="CA7C1B"/>
      </a:accent5>
      <a:accent6>
        <a:srgbClr val="D85820"/>
      </a:accent6>
      <a:hlink>
        <a:srgbClr val="5091CD"/>
      </a:hlink>
      <a:folHlink>
        <a:srgbClr val="BBB8B8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txDef>
  </a:objectDefaults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DEAL_mod_NU_clean_roboto" id="{AE54D982-76AC-4E23-BAA7-7F22DB2C625E}" vid="{89108F7E-29B9-442F-8FF3-44AC8BC57736}"/>
    </a:ext>
  </a:extLst>
</a:theme>
</file>

<file path=ppt/theme/theme3.xml><?xml version="1.0" encoding="utf-8"?>
<a:theme xmlns:a="http://schemas.openxmlformats.org/drawingml/2006/main" name="IDEAL_mod_NU_clean_roboto">
  <a:themeElements>
    <a:clrScheme name="NU Color Scheme">
      <a:dk1>
        <a:srgbClr val="342F2E"/>
      </a:dk1>
      <a:lt1>
        <a:sysClr val="window" lastClr="FFFFFF"/>
      </a:lt1>
      <a:dk2>
        <a:srgbClr val="4E2A84"/>
      </a:dk2>
      <a:lt2>
        <a:srgbClr val="D8D6D6"/>
      </a:lt2>
      <a:accent1>
        <a:srgbClr val="401F68"/>
      </a:accent1>
      <a:accent2>
        <a:srgbClr val="007FA4"/>
      </a:accent2>
      <a:accent3>
        <a:srgbClr val="0D2D6C"/>
      </a:accent3>
      <a:accent4>
        <a:srgbClr val="D9C826"/>
      </a:accent4>
      <a:accent5>
        <a:srgbClr val="CA7C1B"/>
      </a:accent5>
      <a:accent6>
        <a:srgbClr val="D85820"/>
      </a:accent6>
      <a:hlink>
        <a:srgbClr val="5091CD"/>
      </a:hlink>
      <a:folHlink>
        <a:srgbClr val="BBB8B8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txDef>
  </a:objectDefaults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DEAL_mod_NU_clean_roboto" id="{AE54D982-76AC-4E23-BAA7-7F22DB2C625E}" vid="{89108F7E-29B9-442F-8FF3-44AC8BC5773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7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Office Theme</vt:lpstr>
      <vt:lpstr>1_IDEAL_mod_NU_clean_roboto</vt:lpstr>
      <vt:lpstr>IDEAL_mod_NU_clean_roboto</vt:lpstr>
      <vt:lpstr>Test function and heteroscedastic noise model</vt:lpstr>
      <vt:lpstr>BO Case Study on a Test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 Case Study on a Test Problem – Testing different methods</vt:lpstr>
      <vt:lpstr>BO Case Study on a Test Problem – Testing different methods</vt:lpstr>
      <vt:lpstr>BO Case Study on a Test Problem</vt:lpstr>
      <vt:lpstr>BO Case Study on a Test Problem</vt:lpstr>
      <vt:lpstr>BO Case Study on a Test Problem</vt:lpstr>
      <vt:lpstr>BO Case Study on a Test Problem</vt:lpstr>
      <vt:lpstr>Polynomial implementation – (From paper) </vt:lpstr>
      <vt:lpstr>Experiment 1 - replicated samples (5 sites x 10 reps per level)</vt:lpstr>
      <vt:lpstr>Experiment 1 - replicated samples (5 sites x 10 reps per level)</vt:lpstr>
      <vt:lpstr>Experiment 2 — 50 distributed samples (no replicates)</vt:lpstr>
      <vt:lpstr>Experiment 2 — distributed samples (no replicates)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Fernandez</dc:creator>
  <cp:revision>1</cp:revision>
  <dcterms:created xsi:type="dcterms:W3CDTF">2026-06-26T16:58:13Z</dcterms:created>
  <dcterms:modified xsi:type="dcterms:W3CDTF">2026-06-26T21:40:49Z</dcterms:modified>
</cp:coreProperties>
</file>